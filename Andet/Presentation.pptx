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18"/>
  </p:notesMasterIdLst>
  <p:handoutMasterIdLst>
    <p:handoutMasterId r:id="rId19"/>
  </p:handoutMasterIdLst>
  <p:sldIdLst>
    <p:sldId id="441" r:id="rId2"/>
    <p:sldId id="450" r:id="rId3"/>
    <p:sldId id="497" r:id="rId4"/>
    <p:sldId id="494" r:id="rId5"/>
    <p:sldId id="501" r:id="rId6"/>
    <p:sldId id="504" r:id="rId7"/>
    <p:sldId id="503" r:id="rId8"/>
    <p:sldId id="499" r:id="rId9"/>
    <p:sldId id="505" r:id="rId10"/>
    <p:sldId id="509" r:id="rId11"/>
    <p:sldId id="512" r:id="rId12"/>
    <p:sldId id="516" r:id="rId13"/>
    <p:sldId id="513" r:id="rId14"/>
    <p:sldId id="515" r:id="rId15"/>
    <p:sldId id="514" r:id="rId16"/>
    <p:sldId id="4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6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A8CA5E-4378-1240-A307-8747B15D08EF}" v="1004" dt="2025-05-05T15:20:09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48" autoAdjust="0"/>
    <p:restoredTop sz="96123" autoAdjust="0"/>
  </p:normalViewPr>
  <p:slideViewPr>
    <p:cSldViewPr snapToGrid="0" showGuides="1">
      <p:cViewPr varScale="1">
        <p:scale>
          <a:sx n="125" d="100"/>
          <a:sy n="125" d="100"/>
        </p:scale>
        <p:origin x="432" y="176"/>
      </p:cViewPr>
      <p:guideLst>
        <p:guide orient="horz" pos="936"/>
        <p:guide orient="horz" pos="39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5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Ernst Alfthan Madsen" userId="fff458ae-0298-42a6-b258-62e018962173" providerId="ADAL" clId="{DCA8CA5E-4378-1240-A307-8747B15D08EF}"/>
    <pc:docChg chg="undo redo custSel addSld delSld modSld sldOrd">
      <pc:chgData name="Oscar Ernst Alfthan Madsen" userId="fff458ae-0298-42a6-b258-62e018962173" providerId="ADAL" clId="{DCA8CA5E-4378-1240-A307-8747B15D08EF}" dt="2025-05-07T07:16:05.698" v="8982" actId="2696"/>
      <pc:docMkLst>
        <pc:docMk/>
      </pc:docMkLst>
      <pc:sldChg chg="modSp mod">
        <pc:chgData name="Oscar Ernst Alfthan Madsen" userId="fff458ae-0298-42a6-b258-62e018962173" providerId="ADAL" clId="{DCA8CA5E-4378-1240-A307-8747B15D08EF}" dt="2025-05-07T07:07:03.155" v="8978" actId="20577"/>
        <pc:sldMkLst>
          <pc:docMk/>
          <pc:sldMk cId="1079576965" sldId="450"/>
        </pc:sldMkLst>
        <pc:spChg chg="mod">
          <ac:chgData name="Oscar Ernst Alfthan Madsen" userId="fff458ae-0298-42a6-b258-62e018962173" providerId="ADAL" clId="{DCA8CA5E-4378-1240-A307-8747B15D08EF}" dt="2025-05-07T07:02:57.794" v="8660" actId="20577"/>
          <ac:spMkLst>
            <pc:docMk/>
            <pc:sldMk cId="1079576965" sldId="450"/>
            <ac:spMk id="4" creationId="{2445D791-CCB3-1E41-9275-846295D53DCF}"/>
          </ac:spMkLst>
        </pc:spChg>
        <pc:spChg chg="mod">
          <ac:chgData name="Oscar Ernst Alfthan Madsen" userId="fff458ae-0298-42a6-b258-62e018962173" providerId="ADAL" clId="{DCA8CA5E-4378-1240-A307-8747B15D08EF}" dt="2025-05-07T07:07:03.155" v="8978" actId="20577"/>
          <ac:spMkLst>
            <pc:docMk/>
            <pc:sldMk cId="1079576965" sldId="450"/>
            <ac:spMk id="5" creationId="{32A54480-C453-0249-AF66-494D6C878844}"/>
          </ac:spMkLst>
        </pc:spChg>
      </pc:sldChg>
      <pc:sldChg chg="del">
        <pc:chgData name="Oscar Ernst Alfthan Madsen" userId="fff458ae-0298-42a6-b258-62e018962173" providerId="ADAL" clId="{DCA8CA5E-4378-1240-A307-8747B15D08EF}" dt="2025-05-05T08:41:07.112" v="3837" actId="2696"/>
        <pc:sldMkLst>
          <pc:docMk/>
          <pc:sldMk cId="2508327997" sldId="493"/>
        </pc:sldMkLst>
      </pc:sldChg>
      <pc:sldChg chg="modSp mod">
        <pc:chgData name="Oscar Ernst Alfthan Madsen" userId="fff458ae-0298-42a6-b258-62e018962173" providerId="ADAL" clId="{DCA8CA5E-4378-1240-A307-8747B15D08EF}" dt="2025-05-07T07:07:39.068" v="8980" actId="790"/>
        <pc:sldMkLst>
          <pc:docMk/>
          <pc:sldMk cId="2719886959" sldId="494"/>
        </pc:sldMkLst>
        <pc:spChg chg="mod">
          <ac:chgData name="Oscar Ernst Alfthan Madsen" userId="fff458ae-0298-42a6-b258-62e018962173" providerId="ADAL" clId="{DCA8CA5E-4378-1240-A307-8747B15D08EF}" dt="2025-05-07T07:07:39.068" v="8980" actId="790"/>
          <ac:spMkLst>
            <pc:docMk/>
            <pc:sldMk cId="2719886959" sldId="494"/>
            <ac:spMk id="3" creationId="{2E7A969E-C652-F043-783C-17120505A2B9}"/>
          </ac:spMkLst>
        </pc:spChg>
      </pc:sldChg>
      <pc:sldChg chg="modSp del mod">
        <pc:chgData name="Oscar Ernst Alfthan Madsen" userId="fff458ae-0298-42a6-b258-62e018962173" providerId="ADAL" clId="{DCA8CA5E-4378-1240-A307-8747B15D08EF}" dt="2025-05-05T15:15:23.124" v="8451" actId="2696"/>
        <pc:sldMkLst>
          <pc:docMk/>
          <pc:sldMk cId="1828780563" sldId="495"/>
        </pc:sldMkLst>
      </pc:sldChg>
      <pc:sldChg chg="modSp add mod ord">
        <pc:chgData name="Oscar Ernst Alfthan Madsen" userId="fff458ae-0298-42a6-b258-62e018962173" providerId="ADAL" clId="{DCA8CA5E-4378-1240-A307-8747B15D08EF}" dt="2025-05-05T14:10:08.852" v="8303" actId="20577"/>
        <pc:sldMkLst>
          <pc:docMk/>
          <pc:sldMk cId="118572542" sldId="496"/>
        </pc:sldMkLst>
        <pc:spChg chg="mod">
          <ac:chgData name="Oscar Ernst Alfthan Madsen" userId="fff458ae-0298-42a6-b258-62e018962173" providerId="ADAL" clId="{DCA8CA5E-4378-1240-A307-8747B15D08EF}" dt="2025-05-05T14:09:40.603" v="8252" actId="20577"/>
          <ac:spMkLst>
            <pc:docMk/>
            <pc:sldMk cId="118572542" sldId="496"/>
            <ac:spMk id="2" creationId="{3BD4F714-E387-8143-7611-5D1379E9EA06}"/>
          </ac:spMkLst>
        </pc:spChg>
        <pc:spChg chg="mod">
          <ac:chgData name="Oscar Ernst Alfthan Madsen" userId="fff458ae-0298-42a6-b258-62e018962173" providerId="ADAL" clId="{DCA8CA5E-4378-1240-A307-8747B15D08EF}" dt="2025-05-05T14:10:08.852" v="8303" actId="20577"/>
          <ac:spMkLst>
            <pc:docMk/>
            <pc:sldMk cId="118572542" sldId="496"/>
            <ac:spMk id="3" creationId="{51FC8591-450F-A496-3356-CF48420D2092}"/>
          </ac:spMkLst>
        </pc:spChg>
      </pc:sldChg>
      <pc:sldChg chg="modSp del mod ord">
        <pc:chgData name="Oscar Ernst Alfthan Madsen" userId="fff458ae-0298-42a6-b258-62e018962173" providerId="ADAL" clId="{DCA8CA5E-4378-1240-A307-8747B15D08EF}" dt="2025-05-05T10:50:58.826" v="5377" actId="2696"/>
        <pc:sldMkLst>
          <pc:docMk/>
          <pc:sldMk cId="3715212694" sldId="496"/>
        </pc:sldMkLst>
      </pc:sldChg>
      <pc:sldChg chg="modSp mod ord">
        <pc:chgData name="Oscar Ernst Alfthan Madsen" userId="fff458ae-0298-42a6-b258-62e018962173" providerId="ADAL" clId="{DCA8CA5E-4378-1240-A307-8747B15D08EF}" dt="2025-05-07T06:54:33.364" v="8647" actId="20577"/>
        <pc:sldMkLst>
          <pc:docMk/>
          <pc:sldMk cId="3276495841" sldId="497"/>
        </pc:sldMkLst>
        <pc:spChg chg="mod">
          <ac:chgData name="Oscar Ernst Alfthan Madsen" userId="fff458ae-0298-42a6-b258-62e018962173" providerId="ADAL" clId="{DCA8CA5E-4378-1240-A307-8747B15D08EF}" dt="2025-05-07T06:54:23.246" v="8644" actId="113"/>
          <ac:spMkLst>
            <pc:docMk/>
            <pc:sldMk cId="3276495841" sldId="497"/>
            <ac:spMk id="2" creationId="{F32D6F3E-B420-D805-75A9-80EFBB8DC1E6}"/>
          </ac:spMkLst>
        </pc:spChg>
        <pc:spChg chg="mod">
          <ac:chgData name="Oscar Ernst Alfthan Madsen" userId="fff458ae-0298-42a6-b258-62e018962173" providerId="ADAL" clId="{DCA8CA5E-4378-1240-A307-8747B15D08EF}" dt="2025-05-07T06:54:33.364" v="8647" actId="20577"/>
          <ac:spMkLst>
            <pc:docMk/>
            <pc:sldMk cId="3276495841" sldId="497"/>
            <ac:spMk id="3" creationId="{140BB3EC-7EF7-524C-E57F-D645B0F4BEBD}"/>
          </ac:spMkLst>
        </pc:spChg>
      </pc:sldChg>
      <pc:sldChg chg="del">
        <pc:chgData name="Oscar Ernst Alfthan Madsen" userId="fff458ae-0298-42a6-b258-62e018962173" providerId="ADAL" clId="{DCA8CA5E-4378-1240-A307-8747B15D08EF}" dt="2025-05-05T10:49:53.169" v="5370" actId="2696"/>
        <pc:sldMkLst>
          <pc:docMk/>
          <pc:sldMk cId="3453274883" sldId="498"/>
        </pc:sldMkLst>
      </pc:sldChg>
      <pc:sldChg chg="addSp delSp modSp mod">
        <pc:chgData name="Oscar Ernst Alfthan Madsen" userId="fff458ae-0298-42a6-b258-62e018962173" providerId="ADAL" clId="{DCA8CA5E-4378-1240-A307-8747B15D08EF}" dt="2025-05-06T17:03:17.730" v="8622" actId="20577"/>
        <pc:sldMkLst>
          <pc:docMk/>
          <pc:sldMk cId="2600404850" sldId="499"/>
        </pc:sldMkLst>
        <pc:spChg chg="mod">
          <ac:chgData name="Oscar Ernst Alfthan Madsen" userId="fff458ae-0298-42a6-b258-62e018962173" providerId="ADAL" clId="{DCA8CA5E-4378-1240-A307-8747B15D08EF}" dt="2025-05-05T08:25:14.876" v="2531" actId="20577"/>
          <ac:spMkLst>
            <pc:docMk/>
            <pc:sldMk cId="2600404850" sldId="499"/>
            <ac:spMk id="2" creationId="{031946DA-5452-2220-2E6D-92526B204787}"/>
          </ac:spMkLst>
        </pc:spChg>
        <pc:spChg chg="mod">
          <ac:chgData name="Oscar Ernst Alfthan Madsen" userId="fff458ae-0298-42a6-b258-62e018962173" providerId="ADAL" clId="{DCA8CA5E-4378-1240-A307-8747B15D08EF}" dt="2025-05-06T17:03:17.730" v="8622" actId="20577"/>
          <ac:spMkLst>
            <pc:docMk/>
            <pc:sldMk cId="2600404850" sldId="499"/>
            <ac:spMk id="3" creationId="{3FBA3CAB-C746-38A7-8270-E20F5C4D2759}"/>
          </ac:spMkLst>
        </pc:spChg>
      </pc:sldChg>
      <pc:sldChg chg="modSp del mod">
        <pc:chgData name="Oscar Ernst Alfthan Madsen" userId="fff458ae-0298-42a6-b258-62e018962173" providerId="ADAL" clId="{DCA8CA5E-4378-1240-A307-8747B15D08EF}" dt="2025-05-05T15:17:15.519" v="8468" actId="2696"/>
        <pc:sldMkLst>
          <pc:docMk/>
          <pc:sldMk cId="3454168121" sldId="500"/>
        </pc:sldMkLst>
      </pc:sldChg>
      <pc:sldChg chg="addSp modSp mod modClrScheme chgLayout">
        <pc:chgData name="Oscar Ernst Alfthan Madsen" userId="fff458ae-0298-42a6-b258-62e018962173" providerId="ADAL" clId="{DCA8CA5E-4378-1240-A307-8747B15D08EF}" dt="2025-05-05T15:16:42.992" v="8461" actId="12"/>
        <pc:sldMkLst>
          <pc:docMk/>
          <pc:sldMk cId="4138780369" sldId="501"/>
        </pc:sldMkLst>
        <pc:spChg chg="mod">
          <ac:chgData name="Oscar Ernst Alfthan Madsen" userId="fff458ae-0298-42a6-b258-62e018962173" providerId="ADAL" clId="{DCA8CA5E-4378-1240-A307-8747B15D08EF}" dt="2025-05-05T10:51:27.481" v="5380" actId="20577"/>
          <ac:spMkLst>
            <pc:docMk/>
            <pc:sldMk cId="4138780369" sldId="501"/>
            <ac:spMk id="2" creationId="{380FB319-F448-3F1D-CD16-0DE95A73646D}"/>
          </ac:spMkLst>
        </pc:spChg>
        <pc:spChg chg="mod ord">
          <ac:chgData name="Oscar Ernst Alfthan Madsen" userId="fff458ae-0298-42a6-b258-62e018962173" providerId="ADAL" clId="{DCA8CA5E-4378-1240-A307-8747B15D08EF}" dt="2025-05-05T10:48:58.310" v="5301" actId="26606"/>
          <ac:spMkLst>
            <pc:docMk/>
            <pc:sldMk cId="4138780369" sldId="501"/>
            <ac:spMk id="4" creationId="{6E746641-4C57-9F83-2A02-556A92183E59}"/>
          </ac:spMkLst>
        </pc:spChg>
        <pc:spChg chg="mod ord">
          <ac:chgData name="Oscar Ernst Alfthan Madsen" userId="fff458ae-0298-42a6-b258-62e018962173" providerId="ADAL" clId="{DCA8CA5E-4378-1240-A307-8747B15D08EF}" dt="2025-05-05T10:48:58.310" v="5301" actId="26606"/>
          <ac:spMkLst>
            <pc:docMk/>
            <pc:sldMk cId="4138780369" sldId="501"/>
            <ac:spMk id="5" creationId="{515BD0CC-08A6-F769-F147-26DD9D31EA91}"/>
          </ac:spMkLst>
        </pc:spChg>
        <pc:spChg chg="mod">
          <ac:chgData name="Oscar Ernst Alfthan Madsen" userId="fff458ae-0298-42a6-b258-62e018962173" providerId="ADAL" clId="{DCA8CA5E-4378-1240-A307-8747B15D08EF}" dt="2025-05-05T15:16:42.992" v="8461" actId="12"/>
          <ac:spMkLst>
            <pc:docMk/>
            <pc:sldMk cId="4138780369" sldId="501"/>
            <ac:spMk id="9" creationId="{B11BF469-ED47-75A1-B68C-E392D7D1E842}"/>
          </ac:spMkLst>
        </pc:spChg>
        <pc:picChg chg="add mod">
          <ac:chgData name="Oscar Ernst Alfthan Madsen" userId="fff458ae-0298-42a6-b258-62e018962173" providerId="ADAL" clId="{DCA8CA5E-4378-1240-A307-8747B15D08EF}" dt="2025-05-05T15:16:20.715" v="8456" actId="1076"/>
          <ac:picMkLst>
            <pc:docMk/>
            <pc:sldMk cId="4138780369" sldId="501"/>
            <ac:picMk id="3" creationId="{C775AF62-88F2-A1AF-FE66-7D5AE0702D45}"/>
          </ac:picMkLst>
        </pc:picChg>
      </pc:sldChg>
      <pc:sldChg chg="del">
        <pc:chgData name="Oscar Ernst Alfthan Madsen" userId="fff458ae-0298-42a6-b258-62e018962173" providerId="ADAL" clId="{DCA8CA5E-4378-1240-A307-8747B15D08EF}" dt="2025-05-05T10:50:25.367" v="5375" actId="2696"/>
        <pc:sldMkLst>
          <pc:docMk/>
          <pc:sldMk cId="3795939190" sldId="502"/>
        </pc:sldMkLst>
      </pc:sldChg>
      <pc:sldChg chg="addSp delSp modSp mod">
        <pc:chgData name="Oscar Ernst Alfthan Madsen" userId="fff458ae-0298-42a6-b258-62e018962173" providerId="ADAL" clId="{DCA8CA5E-4378-1240-A307-8747B15D08EF}" dt="2025-05-05T08:24:14.812" v="2521" actId="1076"/>
        <pc:sldMkLst>
          <pc:docMk/>
          <pc:sldMk cId="3970957029" sldId="503"/>
        </pc:sldMkLst>
        <pc:spChg chg="mod">
          <ac:chgData name="Oscar Ernst Alfthan Madsen" userId="fff458ae-0298-42a6-b258-62e018962173" providerId="ADAL" clId="{DCA8CA5E-4378-1240-A307-8747B15D08EF}" dt="2025-05-05T08:20:09.118" v="2284" actId="20577"/>
          <ac:spMkLst>
            <pc:docMk/>
            <pc:sldMk cId="3970957029" sldId="503"/>
            <ac:spMk id="2" creationId="{F2E64747-D6E8-A9BF-5507-ED5B6323B00E}"/>
          </ac:spMkLst>
        </pc:spChg>
        <pc:spChg chg="mod">
          <ac:chgData name="Oscar Ernst Alfthan Madsen" userId="fff458ae-0298-42a6-b258-62e018962173" providerId="ADAL" clId="{DCA8CA5E-4378-1240-A307-8747B15D08EF}" dt="2025-05-05T08:23:53.008" v="2500" actId="20577"/>
          <ac:spMkLst>
            <pc:docMk/>
            <pc:sldMk cId="3970957029" sldId="503"/>
            <ac:spMk id="9" creationId="{EECD899A-BEC8-80C1-4251-B596B830BF72}"/>
          </ac:spMkLst>
        </pc:spChg>
        <pc:spChg chg="add mod">
          <ac:chgData name="Oscar Ernst Alfthan Madsen" userId="fff458ae-0298-42a6-b258-62e018962173" providerId="ADAL" clId="{DCA8CA5E-4378-1240-A307-8747B15D08EF}" dt="2025-05-05T08:24:10.453" v="2519" actId="20577"/>
          <ac:spMkLst>
            <pc:docMk/>
            <pc:sldMk cId="3970957029" sldId="503"/>
            <ac:spMk id="15" creationId="{B0A1B768-C70D-7AC4-9A77-D4281D721124}"/>
          </ac:spMkLst>
        </pc:spChg>
        <pc:picChg chg="add mod">
          <ac:chgData name="Oscar Ernst Alfthan Madsen" userId="fff458ae-0298-42a6-b258-62e018962173" providerId="ADAL" clId="{DCA8CA5E-4378-1240-A307-8747B15D08EF}" dt="2025-05-05T08:24:14.812" v="2521" actId="1076"/>
          <ac:picMkLst>
            <pc:docMk/>
            <pc:sldMk cId="3970957029" sldId="503"/>
            <ac:picMk id="14" creationId="{FEB55FCB-3003-A831-8AF0-053FC7E902DD}"/>
          </ac:picMkLst>
        </pc:picChg>
      </pc:sldChg>
      <pc:sldChg chg="modSp add mod ord">
        <pc:chgData name="Oscar Ernst Alfthan Madsen" userId="fff458ae-0298-42a6-b258-62e018962173" providerId="ADAL" clId="{DCA8CA5E-4378-1240-A307-8747B15D08EF}" dt="2025-05-06T16:54:56.703" v="8581" actId="20577"/>
        <pc:sldMkLst>
          <pc:docMk/>
          <pc:sldMk cId="4093120845" sldId="504"/>
        </pc:sldMkLst>
        <pc:spChg chg="mod">
          <ac:chgData name="Oscar Ernst Alfthan Madsen" userId="fff458ae-0298-42a6-b258-62e018962173" providerId="ADAL" clId="{DCA8CA5E-4378-1240-A307-8747B15D08EF}" dt="2025-05-06T16:54:56.703" v="8581" actId="20577"/>
          <ac:spMkLst>
            <pc:docMk/>
            <pc:sldMk cId="4093120845" sldId="504"/>
            <ac:spMk id="2" creationId="{BEDCFC81-3278-48E2-7B91-6A93EC7D4DEC}"/>
          </ac:spMkLst>
        </pc:spChg>
        <pc:spChg chg="mod">
          <ac:chgData name="Oscar Ernst Alfthan Madsen" userId="fff458ae-0298-42a6-b258-62e018962173" providerId="ADAL" clId="{DCA8CA5E-4378-1240-A307-8747B15D08EF}" dt="2025-05-05T15:17:05.020" v="8467" actId="20577"/>
          <ac:spMkLst>
            <pc:docMk/>
            <pc:sldMk cId="4093120845" sldId="504"/>
            <ac:spMk id="9" creationId="{F889C9AF-606F-275F-0A7E-CB77D6A27109}"/>
          </ac:spMkLst>
        </pc:spChg>
      </pc:sldChg>
      <pc:sldChg chg="addSp delSp modSp add mod">
        <pc:chgData name="Oscar Ernst Alfthan Madsen" userId="fff458ae-0298-42a6-b258-62e018962173" providerId="ADAL" clId="{DCA8CA5E-4378-1240-A307-8747B15D08EF}" dt="2025-05-05T15:20:38.981" v="8560" actId="20577"/>
        <pc:sldMkLst>
          <pc:docMk/>
          <pc:sldMk cId="606847844" sldId="505"/>
        </pc:sldMkLst>
        <pc:spChg chg="mod">
          <ac:chgData name="Oscar Ernst Alfthan Madsen" userId="fff458ae-0298-42a6-b258-62e018962173" providerId="ADAL" clId="{DCA8CA5E-4378-1240-A307-8747B15D08EF}" dt="2025-05-05T15:20:38.981" v="8560" actId="20577"/>
          <ac:spMkLst>
            <pc:docMk/>
            <pc:sldMk cId="606847844" sldId="505"/>
            <ac:spMk id="2" creationId="{7DE562B6-82E3-2DF9-38C6-334C208A0E1B}"/>
          </ac:spMkLst>
        </pc:spChg>
        <pc:spChg chg="mod">
          <ac:chgData name="Oscar Ernst Alfthan Madsen" userId="fff458ae-0298-42a6-b258-62e018962173" providerId="ADAL" clId="{DCA8CA5E-4378-1240-A307-8747B15D08EF}" dt="2025-05-05T15:20:24.663" v="8520"/>
          <ac:spMkLst>
            <pc:docMk/>
            <pc:sldMk cId="606847844" sldId="505"/>
            <ac:spMk id="3" creationId="{A7B9109A-39D1-07FE-69AC-082FAAADBB60}"/>
          </ac:spMkLst>
        </pc:spChg>
        <pc:picChg chg="add mod">
          <ac:chgData name="Oscar Ernst Alfthan Madsen" userId="fff458ae-0298-42a6-b258-62e018962173" providerId="ADAL" clId="{DCA8CA5E-4378-1240-A307-8747B15D08EF}" dt="2025-05-05T15:20:11.207" v="8515" actId="1076"/>
          <ac:picMkLst>
            <pc:docMk/>
            <pc:sldMk cId="606847844" sldId="505"/>
            <ac:picMk id="6" creationId="{C307BD13-8EB9-5083-72E0-DA91E8819849}"/>
          </ac:picMkLst>
        </pc:picChg>
        <pc:picChg chg="add mod">
          <ac:chgData name="Oscar Ernst Alfthan Madsen" userId="fff458ae-0298-42a6-b258-62e018962173" providerId="ADAL" clId="{DCA8CA5E-4378-1240-A307-8747B15D08EF}" dt="2025-05-05T11:32:46.043" v="5572" actId="1076"/>
          <ac:picMkLst>
            <pc:docMk/>
            <pc:sldMk cId="606847844" sldId="505"/>
            <ac:picMk id="7" creationId="{789D7EC2-4804-8123-7E3F-315D5BAE7029}"/>
          </ac:picMkLst>
        </pc:picChg>
      </pc:sldChg>
      <pc:sldChg chg="modSp add del mod">
        <pc:chgData name="Oscar Ernst Alfthan Madsen" userId="fff458ae-0298-42a6-b258-62e018962173" providerId="ADAL" clId="{DCA8CA5E-4378-1240-A307-8747B15D08EF}" dt="2025-05-05T08:41:07.086" v="3836" actId="2696"/>
        <pc:sldMkLst>
          <pc:docMk/>
          <pc:sldMk cId="813355424" sldId="506"/>
        </pc:sldMkLst>
      </pc:sldChg>
      <pc:sldChg chg="addSp delSp modSp add del mod">
        <pc:chgData name="Oscar Ernst Alfthan Madsen" userId="fff458ae-0298-42a6-b258-62e018962173" providerId="ADAL" clId="{DCA8CA5E-4378-1240-A307-8747B15D08EF}" dt="2025-05-05T11:33:39.768" v="5589" actId="2696"/>
        <pc:sldMkLst>
          <pc:docMk/>
          <pc:sldMk cId="624145439" sldId="507"/>
        </pc:sldMkLst>
      </pc:sldChg>
      <pc:sldChg chg="addSp delSp modSp add del mod">
        <pc:chgData name="Oscar Ernst Alfthan Madsen" userId="fff458ae-0298-42a6-b258-62e018962173" providerId="ADAL" clId="{DCA8CA5E-4378-1240-A307-8747B15D08EF}" dt="2025-05-05T15:20:29.589" v="8521" actId="2696"/>
        <pc:sldMkLst>
          <pc:docMk/>
          <pc:sldMk cId="2481325323" sldId="508"/>
        </pc:sldMkLst>
      </pc:sldChg>
      <pc:sldChg chg="addSp delSp modSp add mod">
        <pc:chgData name="Oscar Ernst Alfthan Madsen" userId="fff458ae-0298-42a6-b258-62e018962173" providerId="ADAL" clId="{DCA8CA5E-4378-1240-A307-8747B15D08EF}" dt="2025-05-05T15:20:52.991" v="8563" actId="14100"/>
        <pc:sldMkLst>
          <pc:docMk/>
          <pc:sldMk cId="806308117" sldId="509"/>
        </pc:sldMkLst>
        <pc:spChg chg="mod">
          <ac:chgData name="Oscar Ernst Alfthan Madsen" userId="fff458ae-0298-42a6-b258-62e018962173" providerId="ADAL" clId="{DCA8CA5E-4378-1240-A307-8747B15D08EF}" dt="2025-05-05T08:47:26.659" v="4349" actId="20577"/>
          <ac:spMkLst>
            <pc:docMk/>
            <pc:sldMk cId="806308117" sldId="509"/>
            <ac:spMk id="2" creationId="{92CA74F6-6169-420C-E69C-FCA0B727CB45}"/>
          </ac:spMkLst>
        </pc:spChg>
        <pc:spChg chg="mod">
          <ac:chgData name="Oscar Ernst Alfthan Madsen" userId="fff458ae-0298-42a6-b258-62e018962173" providerId="ADAL" clId="{DCA8CA5E-4378-1240-A307-8747B15D08EF}" dt="2025-05-05T11:34:08.054" v="5601" actId="20577"/>
          <ac:spMkLst>
            <pc:docMk/>
            <pc:sldMk cId="806308117" sldId="509"/>
            <ac:spMk id="3" creationId="{622C70E1-9CD1-5793-CDE9-BE077F2DB163}"/>
          </ac:spMkLst>
        </pc:spChg>
        <pc:picChg chg="add mod">
          <ac:chgData name="Oscar Ernst Alfthan Madsen" userId="fff458ae-0298-42a6-b258-62e018962173" providerId="ADAL" clId="{DCA8CA5E-4378-1240-A307-8747B15D08EF}" dt="2025-05-05T15:20:52.991" v="8563" actId="14100"/>
          <ac:picMkLst>
            <pc:docMk/>
            <pc:sldMk cId="806308117" sldId="509"/>
            <ac:picMk id="7" creationId="{8A8EEE42-A4F7-4693-BFA6-48E0098E2167}"/>
          </ac:picMkLst>
        </pc:picChg>
      </pc:sldChg>
      <pc:sldChg chg="add del">
        <pc:chgData name="Oscar Ernst Alfthan Madsen" userId="fff458ae-0298-42a6-b258-62e018962173" providerId="ADAL" clId="{DCA8CA5E-4378-1240-A307-8747B15D08EF}" dt="2025-05-05T08:47:19.264" v="4329" actId="2696"/>
        <pc:sldMkLst>
          <pc:docMk/>
          <pc:sldMk cId="2000844209" sldId="509"/>
        </pc:sldMkLst>
      </pc:sldChg>
      <pc:sldChg chg="add del">
        <pc:chgData name="Oscar Ernst Alfthan Madsen" userId="fff458ae-0298-42a6-b258-62e018962173" providerId="ADAL" clId="{DCA8CA5E-4378-1240-A307-8747B15D08EF}" dt="2025-05-05T08:46:21.748" v="4199"/>
        <pc:sldMkLst>
          <pc:docMk/>
          <pc:sldMk cId="2419054803" sldId="509"/>
        </pc:sldMkLst>
      </pc:sldChg>
      <pc:sldChg chg="addSp delSp modSp add del mod">
        <pc:chgData name="Oscar Ernst Alfthan Madsen" userId="fff458ae-0298-42a6-b258-62e018962173" providerId="ADAL" clId="{DCA8CA5E-4378-1240-A307-8747B15D08EF}" dt="2025-05-05T11:36:56.499" v="5794" actId="2696"/>
        <pc:sldMkLst>
          <pc:docMk/>
          <pc:sldMk cId="2752722570" sldId="510"/>
        </pc:sldMkLst>
      </pc:sldChg>
      <pc:sldChg chg="addSp delSp modSp add del mod">
        <pc:chgData name="Oscar Ernst Alfthan Madsen" userId="fff458ae-0298-42a6-b258-62e018962173" providerId="ADAL" clId="{DCA8CA5E-4378-1240-A307-8747B15D08EF}" dt="2025-05-05T11:36:56.497" v="5793" actId="2696"/>
        <pc:sldMkLst>
          <pc:docMk/>
          <pc:sldMk cId="2950620530" sldId="511"/>
        </pc:sldMkLst>
      </pc:sldChg>
      <pc:sldChg chg="addSp modSp new mod">
        <pc:chgData name="Oscar Ernst Alfthan Madsen" userId="fff458ae-0298-42a6-b258-62e018962173" providerId="ADAL" clId="{DCA8CA5E-4378-1240-A307-8747B15D08EF}" dt="2025-05-05T15:21:34.993" v="8569" actId="1076"/>
        <pc:sldMkLst>
          <pc:docMk/>
          <pc:sldMk cId="3005955723" sldId="512"/>
        </pc:sldMkLst>
        <pc:spChg chg="mod">
          <ac:chgData name="Oscar Ernst Alfthan Madsen" userId="fff458ae-0298-42a6-b258-62e018962173" providerId="ADAL" clId="{DCA8CA5E-4378-1240-A307-8747B15D08EF}" dt="2025-05-05T08:53:04.984" v="5110" actId="20577"/>
          <ac:spMkLst>
            <pc:docMk/>
            <pc:sldMk cId="3005955723" sldId="512"/>
            <ac:spMk id="2" creationId="{F0FA21FD-3D5E-9737-6111-D99471046F67}"/>
          </ac:spMkLst>
        </pc:spChg>
        <pc:spChg chg="mod">
          <ac:chgData name="Oscar Ernst Alfthan Madsen" userId="fff458ae-0298-42a6-b258-62e018962173" providerId="ADAL" clId="{DCA8CA5E-4378-1240-A307-8747B15D08EF}" dt="2025-05-05T15:21:31.092" v="8568" actId="20577"/>
          <ac:spMkLst>
            <pc:docMk/>
            <pc:sldMk cId="3005955723" sldId="512"/>
            <ac:spMk id="3" creationId="{174B73B0-EC50-0CAC-5BFF-3974B777D9F9}"/>
          </ac:spMkLst>
        </pc:spChg>
        <pc:picChg chg="add mod">
          <ac:chgData name="Oscar Ernst Alfthan Madsen" userId="fff458ae-0298-42a6-b258-62e018962173" providerId="ADAL" clId="{DCA8CA5E-4378-1240-A307-8747B15D08EF}" dt="2025-05-05T15:21:34.993" v="8569" actId="1076"/>
          <ac:picMkLst>
            <pc:docMk/>
            <pc:sldMk cId="3005955723" sldId="512"/>
            <ac:picMk id="7" creationId="{FD0E42A0-C5A8-EA07-4CE7-64BC62B5C23E}"/>
          </ac:picMkLst>
        </pc:picChg>
      </pc:sldChg>
      <pc:sldChg chg="addSp delSp modSp new mod">
        <pc:chgData name="Oscar Ernst Alfthan Madsen" userId="fff458ae-0298-42a6-b258-62e018962173" providerId="ADAL" clId="{DCA8CA5E-4378-1240-A307-8747B15D08EF}" dt="2025-05-05T11:43:13.352" v="6488" actId="1076"/>
        <pc:sldMkLst>
          <pc:docMk/>
          <pc:sldMk cId="455387751" sldId="513"/>
        </pc:sldMkLst>
        <pc:spChg chg="mod">
          <ac:chgData name="Oscar Ernst Alfthan Madsen" userId="fff458ae-0298-42a6-b258-62e018962173" providerId="ADAL" clId="{DCA8CA5E-4378-1240-A307-8747B15D08EF}" dt="2025-05-05T11:40:55.243" v="6288" actId="20577"/>
          <ac:spMkLst>
            <pc:docMk/>
            <pc:sldMk cId="455387751" sldId="513"/>
            <ac:spMk id="2" creationId="{BA67D243-C489-65FC-4DE4-53C8545ED43B}"/>
          </ac:spMkLst>
        </pc:spChg>
        <pc:spChg chg="add mod">
          <ac:chgData name="Oscar Ernst Alfthan Madsen" userId="fff458ae-0298-42a6-b258-62e018962173" providerId="ADAL" clId="{DCA8CA5E-4378-1240-A307-8747B15D08EF}" dt="2025-05-05T11:42:56.120" v="6485" actId="20577"/>
          <ac:spMkLst>
            <pc:docMk/>
            <pc:sldMk cId="455387751" sldId="513"/>
            <ac:spMk id="9" creationId="{16D1A510-45C5-D2C1-0346-9C36D8AC50A1}"/>
          </ac:spMkLst>
        </pc:spChg>
        <pc:picChg chg="add mod modCrop">
          <ac:chgData name="Oscar Ernst Alfthan Madsen" userId="fff458ae-0298-42a6-b258-62e018962173" providerId="ADAL" clId="{DCA8CA5E-4378-1240-A307-8747B15D08EF}" dt="2025-05-05T11:43:13.352" v="6488" actId="1076"/>
          <ac:picMkLst>
            <pc:docMk/>
            <pc:sldMk cId="455387751" sldId="513"/>
            <ac:picMk id="10" creationId="{47BCBC74-C083-68C1-F22B-8F57AD520B7D}"/>
          </ac:picMkLst>
        </pc:picChg>
      </pc:sldChg>
      <pc:sldChg chg="modSp new mod">
        <pc:chgData name="Oscar Ernst Alfthan Madsen" userId="fff458ae-0298-42a6-b258-62e018962173" providerId="ADAL" clId="{DCA8CA5E-4378-1240-A307-8747B15D08EF}" dt="2025-05-06T17:11:07.993" v="8642" actId="20577"/>
        <pc:sldMkLst>
          <pc:docMk/>
          <pc:sldMk cId="3461922546" sldId="514"/>
        </pc:sldMkLst>
        <pc:spChg chg="mod">
          <ac:chgData name="Oscar Ernst Alfthan Madsen" userId="fff458ae-0298-42a6-b258-62e018962173" providerId="ADAL" clId="{DCA8CA5E-4378-1240-A307-8747B15D08EF}" dt="2025-05-05T11:43:19.936" v="6510" actId="20577"/>
          <ac:spMkLst>
            <pc:docMk/>
            <pc:sldMk cId="3461922546" sldId="514"/>
            <ac:spMk id="2" creationId="{54441C99-FFAE-31CD-C012-B7A5EC433D89}"/>
          </ac:spMkLst>
        </pc:spChg>
        <pc:spChg chg="mod">
          <ac:chgData name="Oscar Ernst Alfthan Madsen" userId="fff458ae-0298-42a6-b258-62e018962173" providerId="ADAL" clId="{DCA8CA5E-4378-1240-A307-8747B15D08EF}" dt="2025-05-06T17:11:07.993" v="8642" actId="20577"/>
          <ac:spMkLst>
            <pc:docMk/>
            <pc:sldMk cId="3461922546" sldId="514"/>
            <ac:spMk id="3" creationId="{EF21A96D-6FAB-5ACF-2111-E0DEBF2D6E77}"/>
          </ac:spMkLst>
        </pc:spChg>
      </pc:sldChg>
      <pc:sldChg chg="modSp new mod">
        <pc:chgData name="Oscar Ernst Alfthan Madsen" userId="fff458ae-0298-42a6-b258-62e018962173" providerId="ADAL" clId="{DCA8CA5E-4378-1240-A307-8747B15D08EF}" dt="2025-05-05T14:01:33.318" v="7306" actId="313"/>
        <pc:sldMkLst>
          <pc:docMk/>
          <pc:sldMk cId="1303085969" sldId="515"/>
        </pc:sldMkLst>
        <pc:spChg chg="mod">
          <ac:chgData name="Oscar Ernst Alfthan Madsen" userId="fff458ae-0298-42a6-b258-62e018962173" providerId="ADAL" clId="{DCA8CA5E-4378-1240-A307-8747B15D08EF}" dt="2025-05-05T11:43:30.329" v="6548" actId="20577"/>
          <ac:spMkLst>
            <pc:docMk/>
            <pc:sldMk cId="1303085969" sldId="515"/>
            <ac:spMk id="2" creationId="{B51CE390-C38F-64C0-8A6E-FE6E4BFC9B53}"/>
          </ac:spMkLst>
        </pc:spChg>
        <pc:spChg chg="mod">
          <ac:chgData name="Oscar Ernst Alfthan Madsen" userId="fff458ae-0298-42a6-b258-62e018962173" providerId="ADAL" clId="{DCA8CA5E-4378-1240-A307-8747B15D08EF}" dt="2025-05-05T14:01:33.318" v="7306" actId="313"/>
          <ac:spMkLst>
            <pc:docMk/>
            <pc:sldMk cId="1303085969" sldId="515"/>
            <ac:spMk id="3" creationId="{0E0B5E25-FEBD-F7F3-C464-94B1FFD19C33}"/>
          </ac:spMkLst>
        </pc:spChg>
      </pc:sldChg>
      <pc:sldChg chg="addSp delSp modSp add mod modClrScheme chgLayout">
        <pc:chgData name="Oscar Ernst Alfthan Madsen" userId="fff458ae-0298-42a6-b258-62e018962173" providerId="ADAL" clId="{DCA8CA5E-4378-1240-A307-8747B15D08EF}" dt="2025-05-05T14:28:22.125" v="8450" actId="20577"/>
        <pc:sldMkLst>
          <pc:docMk/>
          <pc:sldMk cId="2196625350" sldId="516"/>
        </pc:sldMkLst>
        <pc:spChg chg="mod">
          <ac:chgData name="Oscar Ernst Alfthan Madsen" userId="fff458ae-0298-42a6-b258-62e018962173" providerId="ADAL" clId="{DCA8CA5E-4378-1240-A307-8747B15D08EF}" dt="2025-05-05T14:28:22.125" v="8450" actId="20577"/>
          <ac:spMkLst>
            <pc:docMk/>
            <pc:sldMk cId="2196625350" sldId="516"/>
            <ac:spMk id="2" creationId="{01DC2BEB-CDE2-5FFD-E1F3-32B45FF6423F}"/>
          </ac:spMkLst>
        </pc:spChg>
        <pc:spChg chg="mod">
          <ac:chgData name="Oscar Ernst Alfthan Madsen" userId="fff458ae-0298-42a6-b258-62e018962173" providerId="ADAL" clId="{DCA8CA5E-4378-1240-A307-8747B15D08EF}" dt="2025-05-05T11:44:09.385" v="6557" actId="26606"/>
          <ac:spMkLst>
            <pc:docMk/>
            <pc:sldMk cId="2196625350" sldId="516"/>
            <ac:spMk id="4" creationId="{95C0E4E8-DF8F-0DBB-284A-E9D176467416}"/>
          </ac:spMkLst>
        </pc:spChg>
        <pc:spChg chg="mod">
          <ac:chgData name="Oscar Ernst Alfthan Madsen" userId="fff458ae-0298-42a6-b258-62e018962173" providerId="ADAL" clId="{DCA8CA5E-4378-1240-A307-8747B15D08EF}" dt="2025-05-05T11:44:09.385" v="6557" actId="26606"/>
          <ac:spMkLst>
            <pc:docMk/>
            <pc:sldMk cId="2196625350" sldId="516"/>
            <ac:spMk id="5" creationId="{727D0120-AA9B-F621-7D79-B30186FCFD32}"/>
          </ac:spMkLst>
        </pc:spChg>
        <pc:spChg chg="add mod">
          <ac:chgData name="Oscar Ernst Alfthan Madsen" userId="fff458ae-0298-42a6-b258-62e018962173" providerId="ADAL" clId="{DCA8CA5E-4378-1240-A307-8747B15D08EF}" dt="2025-05-05T13:56:41.845" v="6881" actId="20577"/>
          <ac:spMkLst>
            <pc:docMk/>
            <pc:sldMk cId="2196625350" sldId="516"/>
            <ac:spMk id="13" creationId="{1E54228D-13F3-F5CC-D361-526854B087E6}"/>
          </ac:spMkLst>
        </pc:spChg>
        <pc:picChg chg="add mod ord">
          <ac:chgData name="Oscar Ernst Alfthan Madsen" userId="fff458ae-0298-42a6-b258-62e018962173" providerId="ADAL" clId="{DCA8CA5E-4378-1240-A307-8747B15D08EF}" dt="2025-05-05T11:44:15.046" v="6559" actId="1076"/>
          <ac:picMkLst>
            <pc:docMk/>
            <pc:sldMk cId="2196625350" sldId="516"/>
            <ac:picMk id="6" creationId="{EAF28A3D-EC6D-2589-E6E4-3BE809078FB8}"/>
          </ac:picMkLst>
        </pc:picChg>
      </pc:sldChg>
      <pc:sldChg chg="new del">
        <pc:chgData name="Oscar Ernst Alfthan Madsen" userId="fff458ae-0298-42a6-b258-62e018962173" providerId="ADAL" clId="{DCA8CA5E-4378-1240-A307-8747B15D08EF}" dt="2025-05-07T07:07:07.208" v="8979" actId="2696"/>
        <pc:sldMkLst>
          <pc:docMk/>
          <pc:sldMk cId="396658855" sldId="517"/>
        </pc:sldMkLst>
      </pc:sldChg>
      <pc:sldChg chg="new del">
        <pc:chgData name="Oscar Ernst Alfthan Madsen" userId="fff458ae-0298-42a6-b258-62e018962173" providerId="ADAL" clId="{DCA8CA5E-4378-1240-A307-8747B15D08EF}" dt="2025-05-07T07:16:05.698" v="8982" actId="2696"/>
        <pc:sldMkLst>
          <pc:docMk/>
          <pc:sldMk cId="927855507" sldId="517"/>
        </pc:sldMkLst>
      </pc:sldChg>
      <pc:sldChg chg="new del">
        <pc:chgData name="Oscar Ernst Alfthan Madsen" userId="fff458ae-0298-42a6-b258-62e018962173" providerId="ADAL" clId="{DCA8CA5E-4378-1240-A307-8747B15D08EF}" dt="2025-05-05T15:17:18.576" v="8470" actId="2696"/>
        <pc:sldMkLst>
          <pc:docMk/>
          <pc:sldMk cId="3005732736" sldId="51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F9E11-F642-4BF2-B4DC-AF7D35EA7551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71A3-64EC-4735-8565-D99D7827967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2714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2A38B-F9FA-4036-A084-652409E98F0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36F85-577F-4A92-A47F-D540A2BCC82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689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0594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hyperlink" Target="http://www.designguide.ku.dk/skabeloner/powerpoint/praesentationer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hyperlink" Target="https://designguide.ku.dk/skabeloner/powerpoint/praesentationer/" TargetMode="External"/><Relationship Id="rId4" Type="http://schemas.openxmlformats.org/officeDocument/2006/relationships/hyperlink" Target="https://image.ku.dk/shared/aZwD18034DnM3TYEw9XagEF6kxI6MLkV" TargetMode="External"/><Relationship Id="rId9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al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0" name="Titel 2">
            <a:extLst>
              <a:ext uri="{FF2B5EF4-FFF2-40B4-BE49-F238E27FC236}">
                <a16:creationId xmlns:a16="http://schemas.microsoft.com/office/drawing/2014/main" id="{916BA171-A8D6-BD97-B474-75F02EF18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  <a:br>
              <a:rPr lang="en-GB" dirty="0"/>
            </a:br>
            <a:endParaRPr lang="en-GB" dirty="0"/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64F7F37-C978-4070-A8C9-9984E7C2ABE6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68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al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11" name="Titel 2">
            <a:extLst>
              <a:ext uri="{FF2B5EF4-FFF2-40B4-BE49-F238E27FC236}">
                <a16:creationId xmlns:a16="http://schemas.microsoft.com/office/drawing/2014/main" id="{F3CC8A4E-DD42-3359-871D-7365133722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1282B6A-0E05-4999-B083-B58431580830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  </a:t>
            </a:r>
          </a:p>
        </p:txBody>
      </p:sp>
      <p:sp>
        <p:nvSpPr>
          <p:cNvPr id="11" name="Titel 2">
            <a:extLst>
              <a:ext uri="{FF2B5EF4-FFF2-40B4-BE49-F238E27FC236}">
                <a16:creationId xmlns:a16="http://schemas.microsoft.com/office/drawing/2014/main" id="{A35AA5B6-111C-4735-AFC4-EBC2CB1BF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ECB2203-00D5-4F87-8F9D-D0B17AC42B67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967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lar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   </a:t>
            </a:r>
          </a:p>
        </p:txBody>
      </p:sp>
      <p:sp>
        <p:nvSpPr>
          <p:cNvPr id="17" name="Titel 2">
            <a:extLst>
              <a:ext uri="{FF2B5EF4-FFF2-40B4-BE49-F238E27FC236}">
                <a16:creationId xmlns:a16="http://schemas.microsoft.com/office/drawing/2014/main" id="{5841F5BD-07B0-188F-6A65-1A9CB9107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3638" y="691815"/>
            <a:ext cx="594836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7AF680B5-5F7B-7C42-BF08-E9B604FED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="0" i="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E8639E81-1331-644F-9855-3A9C25375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7A6A120-00EE-3144-9AB3-0695A4240B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5D6F800E-E8DB-D1E9-A292-CDCB828E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D700EDC7-A33F-4ACB-87EF-882B537199F0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15" name="Pladsholder til sidefod 4" hidden="1">
            <a:extLst>
              <a:ext uri="{FF2B5EF4-FFF2-40B4-BE49-F238E27FC236}">
                <a16:creationId xmlns:a16="http://schemas.microsoft.com/office/drawing/2014/main" id="{75F96715-1FD5-51ED-7CC1-42E30D08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6" name="Pladsholder til slidenummer 5" hidden="1">
            <a:extLst>
              <a:ext uri="{FF2B5EF4-FFF2-40B4-BE49-F238E27FC236}">
                <a16:creationId xmlns:a16="http://schemas.microsoft.com/office/drawing/2014/main" id="{FF7B57F8-B201-8F25-4597-86F1EE0A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9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smal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0" rIns="72000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24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Click icon to insert image</a:t>
            </a:r>
          </a:p>
        </p:txBody>
      </p:sp>
      <p:sp>
        <p:nvSpPr>
          <p:cNvPr id="13" name="Titel 2">
            <a:extLst>
              <a:ext uri="{FF2B5EF4-FFF2-40B4-BE49-F238E27FC236}">
                <a16:creationId xmlns:a16="http://schemas.microsoft.com/office/drawing/2014/main" id="{A98E7E85-8DE3-687D-4837-DB9872BFC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1570F19F-11E9-F8A1-DCD4-0B2BD422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732F916-FBB8-40A8-BEA6-3A387B65F474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11" name="Pladsholder til sidefod 4" hidden="1">
            <a:extLst>
              <a:ext uri="{FF2B5EF4-FFF2-40B4-BE49-F238E27FC236}">
                <a16:creationId xmlns:a16="http://schemas.microsoft.com/office/drawing/2014/main" id="{B7D930ED-6F01-0E90-6740-D9E50AA5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2" name="Pladsholder til slidenummer 5" hidden="1">
            <a:extLst>
              <a:ext uri="{FF2B5EF4-FFF2-40B4-BE49-F238E27FC236}">
                <a16:creationId xmlns:a16="http://schemas.microsoft.com/office/drawing/2014/main" id="{ADD5A7A0-1930-6FDD-F270-B46368D3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780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lar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0" rIns="72000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Click icon to insert image</a:t>
            </a:r>
          </a:p>
        </p:txBody>
      </p:sp>
      <p:sp>
        <p:nvSpPr>
          <p:cNvPr id="16" name="Titel 2">
            <a:extLst>
              <a:ext uri="{FF2B5EF4-FFF2-40B4-BE49-F238E27FC236}">
                <a16:creationId xmlns:a16="http://schemas.microsoft.com/office/drawing/2014/main" id="{92A049D1-BE16-6369-9C11-6D9136DAE0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3" name="Pladsholder til dato 3" hidden="1">
            <a:extLst>
              <a:ext uri="{FF2B5EF4-FFF2-40B4-BE49-F238E27FC236}">
                <a16:creationId xmlns:a16="http://schemas.microsoft.com/office/drawing/2014/main" id="{B280A661-856C-E622-1331-CDB60AB0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C2548D2-4180-4C59-97F2-D3D2E14098F1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14" name="Pladsholder til sidefod 4" hidden="1">
            <a:extLst>
              <a:ext uri="{FF2B5EF4-FFF2-40B4-BE49-F238E27FC236}">
                <a16:creationId xmlns:a16="http://schemas.microsoft.com/office/drawing/2014/main" id="{82F7776B-57AF-971B-A75B-223AFE2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Pladsholder til slidenummer 5" hidden="1">
            <a:extLst>
              <a:ext uri="{FF2B5EF4-FFF2-40B4-BE49-F238E27FC236}">
                <a16:creationId xmlns:a16="http://schemas.microsoft.com/office/drawing/2014/main" id="{EFF41101-1901-1836-D8DB-6C08E169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908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/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685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b="0" i="0" baseline="0" dirty="0" smtClean="0"/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endParaRPr lang="en-GB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6246000" y="1628776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 lang="da-DK" dirty="0" smtClean="0"/>
            </a:lvl4pPr>
            <a:lvl5pPr>
              <a:defRPr lang="da-DK" dirty="0"/>
            </a:lvl5pPr>
            <a:lvl8pPr marL="719138" indent="0">
              <a:buNone/>
              <a:defRPr/>
            </a:lvl8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4B30B-D853-4AE6-9B99-718FF91CCB2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967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6244651" y="1628775"/>
            <a:ext cx="5356800" cy="4672800"/>
          </a:xfrm>
          <a:solidFill>
            <a:schemeClr val="bg1">
              <a:lumMod val="75000"/>
            </a:schemeClr>
          </a:solidFill>
        </p:spPr>
        <p:txBody>
          <a:bodyPr lIns="360000" tIns="1080000" rIns="360000" anchor="ctr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EA36-139A-4E3F-B6A0-7BD657AD45E8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77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8963" y="1628775"/>
            <a:ext cx="11012487" cy="4673600"/>
          </a:xfrm>
          <a:solidFill>
            <a:schemeClr val="bg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7CCA8-EEC6-4184-AB5B-DDB10B05E1AF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91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093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2672-5B44-4DB0-8EDF-4BB4CF579FAA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154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3" hidden="1">
            <a:extLst>
              <a:ext uri="{FF2B5EF4-FFF2-40B4-BE49-F238E27FC236}">
                <a16:creationId xmlns:a16="http://schemas.microsoft.com/office/drawing/2014/main" id="{619D26E9-5B2E-9EAD-7ADF-91C2F6F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E3466E77-7984-4F3B-92EF-834A85591B11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4" name="Pladsholder til sidefod 4" hidden="1">
            <a:extLst>
              <a:ext uri="{FF2B5EF4-FFF2-40B4-BE49-F238E27FC236}">
                <a16:creationId xmlns:a16="http://schemas.microsoft.com/office/drawing/2014/main" id="{8A951072-2ED2-FF27-14A1-979FCDF1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Pladsholder til slidenummer 5" hidden="1">
            <a:extLst>
              <a:ext uri="{FF2B5EF4-FFF2-40B4-BE49-F238E27FC236}">
                <a16:creationId xmlns:a16="http://schemas.microsoft.com/office/drawing/2014/main" id="{E8D58753-B44C-E044-E735-98262605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7575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bullet li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1008062"/>
          </a:xfrm>
        </p:spPr>
        <p:txBody>
          <a:bodyPr tIns="154800"/>
          <a:lstStyle>
            <a:lvl1pPr>
              <a:defRPr sz="66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2239315"/>
            <a:ext cx="5356800" cy="4063060"/>
          </a:xfrm>
        </p:spPr>
        <p:txBody>
          <a:bodyPr vert="horz" lIns="0" tIns="0" rIns="0" bIns="0" rtlCol="0">
            <a:noAutofit/>
          </a:bodyPr>
          <a:lstStyle>
            <a:lvl1pPr marL="363600" marR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b="0" i="0" baseline="0" dirty="0" smtClean="0">
                <a:solidFill>
                  <a:schemeClr val="tx1"/>
                </a:solidFill>
              </a:defRPr>
            </a:lvl4pPr>
            <a:lvl5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5pPr>
            <a:lvl6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6pPr>
            <a:lvl7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7pPr>
            <a:lvl8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8pPr>
            <a:lvl9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9pPr>
          </a:lstStyle>
          <a:p>
            <a:pPr marL="363600" marR="0" lvl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D13A21B6-F7F5-D15B-402D-6C21868F87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6000" y="2239315"/>
            <a:ext cx="5356800" cy="4063061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 marL="1072800" indent="-352800">
              <a:lnSpc>
                <a:spcPct val="90000"/>
              </a:lnSpc>
              <a:defRPr lang="da-DK" b="0" i="0" baseline="0" dirty="0" smtClean="0"/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dirty="0" smtClean="0"/>
            </a:lvl4pPr>
            <a:lvl5pPr marL="1072800" indent="-352800">
              <a:lnSpc>
                <a:spcPct val="90000"/>
              </a:lnSpc>
              <a:defRPr lang="da-DK" dirty="0"/>
            </a:lvl5pPr>
            <a:lvl6pPr marL="1072800" indent="-352800">
              <a:lnSpc>
                <a:spcPct val="90000"/>
              </a:lnSpc>
              <a:defRPr/>
            </a:lvl6pPr>
            <a:lvl7pPr marL="1072800" indent="-352800">
              <a:lnSpc>
                <a:spcPct val="90000"/>
              </a:lnSpc>
              <a:defRPr/>
            </a:lvl7pPr>
            <a:lvl8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/>
            </a:lvl8pPr>
            <a:lvl9pPr marL="1072800" indent="-352800">
              <a:lnSpc>
                <a:spcPct val="90000"/>
              </a:lnSpc>
              <a:defRPr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E691-BE0D-4934-9C30-12FC42105A2C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C25972C5-CAD7-9DDE-E435-195811719418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381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  <p15:guide id="3" orient="horz" pos="1410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bullet 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sz="3200" b="1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3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a-DK" sz="3200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ABE37-F289-4BB8-B1E0-101EB4AC95E3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748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8">
            <a:extLst>
              <a:ext uri="{FF2B5EF4-FFF2-40B4-BE49-F238E27FC236}">
                <a16:creationId xmlns:a16="http://schemas.microsoft.com/office/drawing/2014/main" id="{3E866D85-79EE-184D-80E1-3ED545621736}"/>
              </a:ext>
            </a:extLst>
          </p:cNvPr>
          <p:cNvSpPr txBox="1"/>
          <p:nvPr userDrawn="1"/>
        </p:nvSpPr>
        <p:spPr>
          <a:xfrm>
            <a:off x="421280" y="612884"/>
            <a:ext cx="1167618" cy="8714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50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1B53F7DA-513D-4E4A-A901-E83A56F29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1628775"/>
            <a:ext cx="11012487" cy="4114799"/>
          </a:xfrm>
          <a:noFill/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E095D626-8544-1B49-AD85-894AF40118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400" y="5934971"/>
            <a:ext cx="11012400" cy="36740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500"/>
              </a:spcBef>
              <a:buNone/>
              <a:defRPr sz="2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Name, source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4BC4-6516-49EF-A62A-EB81A07AF391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868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6056-13C4-B341-9D8B-68EA383036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527812"/>
            <a:ext cx="12192000" cy="955506"/>
          </a:xfrm>
          <a:noFill/>
        </p:spPr>
        <p:txBody>
          <a:bodyPr anchor="b" anchorCtr="0"/>
          <a:lstStyle>
            <a:lvl1pPr marL="0" indent="0" algn="ctr">
              <a:buFontTx/>
              <a:buNone/>
              <a:defRPr sz="6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FA67884-B97F-CB46-AABC-75F5273BB9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559852"/>
            <a:ext cx="12192000" cy="955506"/>
          </a:xfrm>
          <a:noFill/>
        </p:spPr>
        <p:txBody>
          <a:bodyPr/>
          <a:lstStyle>
            <a:lvl1pPr marL="0" indent="0" algn="ctr">
              <a:buFontTx/>
              <a:buNone/>
              <a:defRPr sz="6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15D5-9A7E-477A-A544-9723531FD0FA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5453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DF7CB8-A29D-FD7D-E01C-9FA290029336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593043" y="992701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spcBef>
                <a:spcPts val="0"/>
              </a:spcBef>
              <a:buNone/>
              <a:defRPr sz="6000" b="1"/>
            </a:lvl1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999F43-7DCD-0386-4C37-C66F637D75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309" y="992701"/>
            <a:ext cx="3590534" cy="1162800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FE321-409A-CB41-0D2F-3A239A66393D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092802" y="91122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5D9037-4808-3FB4-8291-164C228C83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38265" y="911224"/>
            <a:ext cx="370582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4F98610-1AA8-ED76-CB97-422A1761A3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72868" y="240982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4C99C31-A019-EB05-99AD-9B5C4892C3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20656" y="2409825"/>
            <a:ext cx="3113087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A112A83-1D6E-E31B-3869-56E056FE8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8200" y="2970213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5507CD6-BB87-26DA-1CB3-C86DBC2ACD1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5988" y="2970213"/>
            <a:ext cx="306546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EED4611-1BCD-13B0-4F45-DAEAB35290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58913" y="449897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5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3B6A4E6-E617-BAD1-0112-A96754231B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14435" y="4498975"/>
            <a:ext cx="293866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135649F-22C1-794A-F31C-7DC6EA04B2E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225" y="513804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6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5999C3D-9DB2-8B28-1D0E-EDC2C950F6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0013" y="5138044"/>
            <a:ext cx="334327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240AC-C468-4DBB-AF86-AC5724FDA50F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268BAA3-AF98-A946-16EB-29ED74D4E93C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text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784342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47F2-18C7-4623-927B-09989FC5CA4D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C2CA-F7BC-1643-99E7-A7AF34D16F06}"/>
              </a:ext>
            </a:extLst>
          </p:cNvPr>
          <p:cNvSpPr txBox="1"/>
          <p:nvPr userDrawn="1"/>
        </p:nvSpPr>
        <p:spPr>
          <a:xfrm>
            <a:off x="-1219200" y="-22273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92B83-0AC6-A343-9007-FC3430F06E87}"/>
              </a:ext>
            </a:extLst>
          </p:cNvPr>
          <p:cNvSpPr txBox="1"/>
          <p:nvPr userDrawn="1"/>
        </p:nvSpPr>
        <p:spPr>
          <a:xfrm>
            <a:off x="4531540" y="232241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ACD76-9286-81DA-B95A-33C567818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620712"/>
            <a:ext cx="11012488" cy="86485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79DDD350-47B3-3DAF-DDC1-39725F8B959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1478044" y="1850705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6F92D26-3C4A-BE86-A701-D767C111FE07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5358802" y="2416707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76900F8-7802-5F50-6A9A-E75ED0B3EC0B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2869616" y="3779962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246C4547-72A6-0EEC-A5AF-48DBCE377E13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101336" y="4168447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0FCDE3-3080-15ED-F757-BF51628B67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8964" y="5623418"/>
            <a:ext cx="11012486" cy="67895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5pPr>
            <a:lvl6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6pPr>
            <a:lvl7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7pPr>
            <a:lvl8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8pPr>
            <a:lvl9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9pPr>
          </a:lstStyle>
          <a:p>
            <a:pPr lvl="0"/>
            <a:r>
              <a:rPr lang="en-GB" dirty="0"/>
              <a:t>...click to add text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4B0C9B8-9199-DB66-C3E1-5BCBE19EE6D9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20734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9757" y="842657"/>
            <a:ext cx="11012486" cy="1141268"/>
          </a:xfrm>
        </p:spPr>
        <p:txBody>
          <a:bodyPr/>
          <a:lstStyle>
            <a:lvl1pPr>
              <a:lnSpc>
                <a:spcPct val="90000"/>
              </a:lnSpc>
              <a:defRPr sz="66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5BB6-14D6-4C5D-A392-87B2F024F171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402571">
            <a:off x="985914" y="2449156"/>
            <a:ext cx="4115489" cy="2817262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080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rot="533356">
            <a:off x="5893725" y="2510306"/>
            <a:ext cx="5462634" cy="3596788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360000" tIns="1080000" rIns="36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F33A7-1D81-AB36-A3BB-FC35AF2B3579}"/>
              </a:ext>
            </a:extLst>
          </p:cNvPr>
          <p:cNvSpPr txBox="1"/>
          <p:nvPr userDrawn="1"/>
        </p:nvSpPr>
        <p:spPr>
          <a:xfrm>
            <a:off x="0" y="-310243"/>
            <a:ext cx="6825343" cy="310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102B45B-BE10-0955-7D2B-71607E79FE0D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tx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1065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EE70-9EF6-4011-9FEC-8E4C1B37B6E7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9757" y="2890520"/>
            <a:ext cx="3433685" cy="3403600"/>
          </a:xfrm>
          <a:solidFill>
            <a:schemeClr val="bg1">
              <a:lumMod val="6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20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52160" y="612233"/>
            <a:ext cx="5749290" cy="5681887"/>
          </a:xfrm>
          <a:solidFill>
            <a:schemeClr val="bg1">
              <a:lumMod val="7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0" tIns="1080000" rIns="54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10" name="Pladsholder til billede 9">
            <a:extLst>
              <a:ext uri="{FF2B5EF4-FFF2-40B4-BE49-F238E27FC236}">
                <a16:creationId xmlns:a16="http://schemas.microsoft.com/office/drawing/2014/main" id="{43FCB96B-CD6D-B9F3-A688-74E5893485C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855041" y="1961476"/>
            <a:ext cx="2336801" cy="2294929"/>
          </a:xfrm>
          <a:solidFill>
            <a:schemeClr val="bg1">
              <a:lumMod val="8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18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                      to insert image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3C8CB-D006-2AF2-DF37-08254005F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3"/>
            <a:ext cx="4602877" cy="10080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0571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20891566">
            <a:off x="1018941" y="1976793"/>
            <a:ext cx="3832754" cy="3749640"/>
          </a:xfrm>
          <a:solidFill>
            <a:schemeClr val="tx1">
              <a:lumMod val="65000"/>
            </a:schemeClr>
          </a:solidFill>
          <a:ln w="146050" cap="flat">
            <a:solidFill>
              <a:schemeClr val="tx1"/>
            </a:solidFill>
            <a:miter lim="800000"/>
          </a:ln>
        </p:spPr>
        <p:txBody>
          <a:bodyPr lIns="0" tIns="1224000" rIns="0" anchor="ctr" anchorCtr="1"/>
          <a:lstStyle>
            <a:lvl1pPr marL="0" indent="0" algn="ctr">
              <a:buNone/>
              <a:defRPr sz="24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783580" y="2097067"/>
            <a:ext cx="5817869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tx1"/>
                </a:solidFill>
              </a:defRPr>
            </a:lvl1pPr>
            <a:lvl2pPr>
              <a:defRPr lang="da-DK" sz="3200" b="1" dirty="0" smtClean="0">
                <a:solidFill>
                  <a:schemeClr val="tx1"/>
                </a:solidFill>
              </a:defRPr>
            </a:lvl2pPr>
            <a:lvl3pPr>
              <a:defRPr lang="da-DK" sz="2400" b="1" dirty="0" smtClean="0">
                <a:solidFill>
                  <a:schemeClr val="tx1"/>
                </a:solidFill>
              </a:defRPr>
            </a:lvl3pPr>
            <a:lvl4pPr>
              <a:defRPr lang="da-DK" b="1" dirty="0" smtClean="0">
                <a:solidFill>
                  <a:schemeClr val="tx1"/>
                </a:solidFill>
              </a:defRPr>
            </a:lvl4pPr>
            <a:lvl5pPr>
              <a:defRPr lang="da-DK" b="1" dirty="0">
                <a:solidFill>
                  <a:schemeClr val="tx1"/>
                </a:solidFill>
              </a:defRPr>
            </a:lvl5pPr>
            <a:lvl6pPr>
              <a:defRPr b="1">
                <a:solidFill>
                  <a:schemeClr val="tx1"/>
                </a:solidFill>
              </a:defRPr>
            </a:lvl6pPr>
            <a:lvl7pPr>
              <a:defRPr b="1">
                <a:solidFill>
                  <a:schemeClr val="tx1"/>
                </a:solidFill>
              </a:defRPr>
            </a:lvl7pPr>
            <a:lvl8pPr>
              <a:defRPr b="1">
                <a:solidFill>
                  <a:schemeClr val="tx1"/>
                </a:solidFill>
              </a:defRPr>
            </a:lvl8pPr>
            <a:lvl9pPr>
              <a:defRPr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98F8-8127-4186-B6E0-5A9DB8590659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0968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496878">
            <a:off x="6504534" y="1615672"/>
            <a:ext cx="4653097" cy="4640373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188000" rIns="0" anchor="ctr" anchorCtr="1"/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C55F-A06C-4D12-9FE7-11486C7072EC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4AE573B-1000-D841-B8B4-F92752389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9B691B69-65AA-9748-80BF-996C89344BB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8963" y="2097067"/>
            <a:ext cx="5818682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bg1"/>
                </a:solidFill>
              </a:defRPr>
            </a:lvl1pPr>
            <a:lvl2pPr>
              <a:defRPr lang="da-DK" sz="3200" b="1" dirty="0" smtClean="0">
                <a:solidFill>
                  <a:schemeClr val="bg1"/>
                </a:solidFill>
              </a:defRPr>
            </a:lvl2pPr>
            <a:lvl3pPr>
              <a:defRPr lang="da-DK" sz="2400" b="1" dirty="0" smtClean="0">
                <a:solidFill>
                  <a:schemeClr val="bg1"/>
                </a:solidFill>
              </a:defRPr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106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756000"/>
            <a:ext cx="6822000" cy="1065828"/>
          </a:xfrm>
          <a:solidFill>
            <a:schemeClr val="accent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spcAft>
                <a:spcPts val="600"/>
              </a:spcAft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73FB4-74ED-479B-AC3F-D58B1D2996E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C22F958-FB17-66E4-EB45-75E15E5E3F80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317485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1" y="4962214"/>
            <a:ext cx="4173870" cy="1340161"/>
          </a:xfrm>
          <a:solidFill>
            <a:schemeClr val="accent4">
              <a:alpha val="99950"/>
            </a:schemeClr>
          </a:solidFill>
        </p:spPr>
        <p:txBody>
          <a:bodyPr wrap="square" lIns="252000" tIns="108000" rIns="252000" bIns="0" anchor="t" anchorCtr="0">
            <a:spAutoFit/>
          </a:bodyPr>
          <a:lstStyle>
            <a:lvl1pPr>
              <a:defRPr sz="40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56FC0-1C68-46A1-95BA-D879D9D7980D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E6BCCAFF-7E95-0536-8297-4959B0CA01D7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200445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79450" y="4497883"/>
            <a:ext cx="6822000" cy="1065828"/>
          </a:xfrm>
          <a:solidFill>
            <a:schemeClr val="bg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EE2D-5BB7-4858-806B-E9B8121B6310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DA49A202-D2D5-25B6-2F32-60A741CCF725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021185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1017402"/>
            <a:ext cx="11012487" cy="917513"/>
          </a:xfrm>
          <a:solidFill>
            <a:schemeClr val="bg2">
              <a:alpha val="99950"/>
            </a:schemeClr>
          </a:solidFill>
        </p:spPr>
        <p:txBody>
          <a:bodyPr wrap="square" lIns="180000" tIns="180000" rIns="180000" bIns="180000">
            <a:spAutoFit/>
          </a:bodyPr>
          <a:lstStyle>
            <a:lvl1pPr>
              <a:defRPr sz="36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869E-E124-4C9B-86F5-EB1AF46F875F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42F60A0-C020-A529-4A95-65C8AC9FA2C2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17169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4161995"/>
            <a:ext cx="11012487" cy="2140380"/>
          </a:xfrm>
          <a:solidFill>
            <a:schemeClr val="bg1">
              <a:alpha val="46000"/>
            </a:schemeClr>
          </a:solidFill>
        </p:spPr>
        <p:txBody>
          <a:bodyPr wrap="square" lIns="252000" tIns="108000" rIns="252000" bIns="0">
            <a:spAutoFit/>
          </a:bodyPr>
          <a:lstStyle>
            <a:lvl1pPr algn="ctr">
              <a:defRPr sz="66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         text...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FB06-9E5C-4DC0-BDE6-1E991C758329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AC6CF46-91DC-976D-9F2D-0F1B85D185F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573279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and commen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11D8F-85B9-4001-AF63-8B6D3CD2CF9F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7" name="?">
            <a:extLst>
              <a:ext uri="{FF2B5EF4-FFF2-40B4-BE49-F238E27FC236}">
                <a16:creationId xmlns:a16="http://schemas.microsoft.com/office/drawing/2014/main" id="{C9382B17-B390-C8C0-F5F8-7665434C718C}"/>
              </a:ext>
            </a:extLst>
          </p:cNvPr>
          <p:cNvSpPr/>
          <p:nvPr userDrawn="1"/>
        </p:nvSpPr>
        <p:spPr>
          <a:xfrm>
            <a:off x="3642413" y="900524"/>
            <a:ext cx="4787900" cy="5558804"/>
          </a:xfrm>
          <a:prstGeom prst="rect">
            <a:avLst/>
          </a:prstGeom>
        </p:spPr>
        <p:txBody>
          <a:bodyPr wrap="square" rtlCol="0" anchor="t" anchorCtr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en-GB" sz="59500" b="1" dirty="0">
                <a:solidFill>
                  <a:schemeClr val="tx1">
                    <a:alpha val="14559"/>
                  </a:schemeClr>
                </a:solidFill>
              </a:rPr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714F6-6F11-9826-9767-37567B1EC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9732" y="1628776"/>
            <a:ext cx="9461718" cy="3999626"/>
          </a:xfrm>
        </p:spPr>
        <p:txBody>
          <a:bodyPr anchor="ctr" anchorCtr="0"/>
          <a:lstStyle>
            <a:lvl1pPr>
              <a:lnSpc>
                <a:spcPct val="83000"/>
              </a:lnSpc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61DB2-11FB-99E1-B80B-1463133B9A2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tx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027284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dsholder til dato 3" hidden="1">
            <a:extLst>
              <a:ext uri="{FF2B5EF4-FFF2-40B4-BE49-F238E27FC236}">
                <a16:creationId xmlns:a16="http://schemas.microsoft.com/office/drawing/2014/main" id="{79C6BA40-0A49-7673-45A9-7C4D3541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622F690-D5D4-4852-B56B-61A8F1BA299A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23" name="Pladsholder til sidefod 4" hidden="1">
            <a:extLst>
              <a:ext uri="{FF2B5EF4-FFF2-40B4-BE49-F238E27FC236}">
                <a16:creationId xmlns:a16="http://schemas.microsoft.com/office/drawing/2014/main" id="{F4D4719E-1E3F-B75D-AF75-C575C79D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4" name="Pladsholder til slidenummer 5" hidden="1">
            <a:extLst>
              <a:ext uri="{FF2B5EF4-FFF2-40B4-BE49-F238E27FC236}">
                <a16:creationId xmlns:a16="http://schemas.microsoft.com/office/drawing/2014/main" id="{9434FDBC-E923-AFC0-E942-C9567245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94A88-BF4A-BF39-B835-B0C753B4C19A}"/>
              </a:ext>
            </a:extLst>
          </p:cNvPr>
          <p:cNvSpPr txBox="1">
            <a:spLocks/>
          </p:cNvSpPr>
          <p:nvPr userDrawn="1"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sz="3000" dirty="0">
                <a:solidFill>
                  <a:schemeClr val="tx1"/>
                </a:solidFill>
              </a:rPr>
              <a:t>User guide </a:t>
            </a:r>
            <a:r>
              <a:rPr lang="en-GB" sz="1800" dirty="0">
                <a:solidFill>
                  <a:schemeClr val="tx1"/>
                </a:solidFill>
              </a:rPr>
              <a:t>– delete before use</a:t>
            </a:r>
          </a:p>
        </p:txBody>
      </p:sp>
      <p:sp>
        <p:nvSpPr>
          <p:cNvPr id="18" name="Text Box 48">
            <a:extLst>
              <a:ext uri="{FF2B5EF4-FFF2-40B4-BE49-F238E27FC236}">
                <a16:creationId xmlns:a16="http://schemas.microsoft.com/office/drawing/2014/main" id="{91151374-92CC-87E1-F9AB-1D43CA0CBE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76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UCPH PowerPoint templates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When you open PowerPoint on your UCPH computer, </a:t>
            </a:r>
            <a:r>
              <a:rPr lang="en-GB" sz="800" kern="1200" dirty="0">
                <a:solidFill>
                  <a:schemeClr val="tx1"/>
                </a:solidFill>
                <a:effectLst/>
                <a:latin typeface="Arial" charset="0"/>
                <a:ea typeface="Calibri" panose="020F0502020204030204" pitchFamily="34" charset="0"/>
                <a:cs typeface="Times New Roman" panose="02020603050405020304" pitchFamily="18" charset="0"/>
              </a:rPr>
              <a:t>PowerPoint opens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 template in 16:9 format with an English UCPH logo.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When you click on the UCPH tab in the toolbar, click "Select Template" to choose between templates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Danish and English 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16:9 format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"full" or “small" versions (in the full version there is an example of each slide type in the left-hand window)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as well as an example slide with text in English.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If you use a 'full' version, you must delete the slides you do not want to use.</a:t>
            </a: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 users and others can download PowerPoint templates at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www.designguide.ku.dk/skabeloner/powerpoint/praesentationer/</a:t>
            </a:r>
            <a:endParaRPr lang="en-GB" sz="800" dirty="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 Box 48">
            <a:extLst>
              <a:ext uri="{FF2B5EF4-FFF2-40B4-BE49-F238E27FC236}">
                <a16:creationId xmlns:a16="http://schemas.microsoft.com/office/drawing/2014/main" id="{CC1000A9-67B6-3DBE-1556-907DFA8F39D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3966227"/>
            <a:ext cx="1755548" cy="176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 your unit name (e.g. your department), page numbers and the date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Click on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Insert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in the top menu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Header and Footer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Fill in the fields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 all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if it is only to be used on a single 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The information goes on the right-hand side of the page in the grey top bar.</a:t>
            </a:r>
          </a:p>
        </p:txBody>
      </p:sp>
      <p:sp>
        <p:nvSpPr>
          <p:cNvPr id="30" name="Text Box 48">
            <a:extLst>
              <a:ext uri="{FF2B5EF4-FFF2-40B4-BE49-F238E27FC236}">
                <a16:creationId xmlns:a16="http://schemas.microsoft.com/office/drawing/2014/main" id="{57AF5228-50BD-AF36-C290-EB6F54DA4A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7375" y="5688880"/>
            <a:ext cx="189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Create a new slide (2010 + 2013 and 2016 version) 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</a:p>
        </p:txBody>
      </p:sp>
      <p:pic>
        <p:nvPicPr>
          <p:cNvPr id="32" name="Billede 40">
            <a:extLst>
              <a:ext uri="{FF2B5EF4-FFF2-40B4-BE49-F238E27FC236}">
                <a16:creationId xmlns:a16="http://schemas.microsoft.com/office/drawing/2014/main" id="{47DEC83E-2557-C64A-8710-5E90C5500C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896656"/>
            <a:ext cx="395416" cy="126627"/>
          </a:xfrm>
          <a:prstGeom prst="rect">
            <a:avLst/>
          </a:prstGeom>
        </p:spPr>
      </p:pic>
      <p:sp>
        <p:nvSpPr>
          <p:cNvPr id="34" name="Text Box 48">
            <a:extLst>
              <a:ext uri="{FF2B5EF4-FFF2-40B4-BE49-F238E27FC236}">
                <a16:creationId xmlns:a16="http://schemas.microsoft.com/office/drawing/2014/main" id="{296B2A40-51DD-3C24-64B4-9C261EFED2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2582327"/>
            <a:ext cx="1624241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Replace slide type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the layout of your current slide.</a:t>
            </a:r>
          </a:p>
        </p:txBody>
      </p:sp>
      <p:sp>
        <p:nvSpPr>
          <p:cNvPr id="36" name="Text Box 48">
            <a:extLst>
              <a:ext uri="{FF2B5EF4-FFF2-40B4-BE49-F238E27FC236}">
                <a16:creationId xmlns:a16="http://schemas.microsoft.com/office/drawing/2014/main" id="{26A5352B-2D88-0049-FF68-7A3677982A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3315092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Font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UCPH uses the font Microsoft New Tai Lue in PowerPoint.</a:t>
            </a:r>
            <a:endParaRPr lang="en-GB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8" name="Text Box 48">
            <a:extLst>
              <a:ext uri="{FF2B5EF4-FFF2-40B4-BE49-F238E27FC236}">
                <a16:creationId xmlns:a16="http://schemas.microsoft.com/office/drawing/2014/main" id="{F1FD1FCB-14AB-C8C8-E3B6-3A9C235434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Gridliness and Guides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see gridlines and guides</a:t>
            </a:r>
          </a:p>
          <a:p>
            <a:pPr marL="0" indent="0" eaLnBrk="1" hangingPunct="1">
              <a:lnSpc>
                <a:spcPct val="90000"/>
              </a:lnSpc>
              <a:spcAft>
                <a:spcPts val="600"/>
              </a:spcAft>
              <a:buNone/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Click on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View</a:t>
            </a:r>
          </a:p>
          <a:p>
            <a:pPr marL="0" indent="0" eaLnBrk="1" hangingPunct="1">
              <a:lnSpc>
                <a:spcPct val="90000"/>
              </a:lnSpc>
              <a:spcAft>
                <a:spcPts val="600"/>
              </a:spcAft>
              <a:buNone/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Gridlines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and/or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establish additional gridlines and guides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Hover the mouse over an existing gridline and click on the line (coordinates of the line are displayed)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down the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 key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while you move the location of the line (adds a new line).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Press Alt + F9 for a rapid display of gridlines</a:t>
            </a:r>
          </a:p>
        </p:txBody>
      </p:sp>
      <p:sp>
        <p:nvSpPr>
          <p:cNvPr id="40" name="Text Box 48">
            <a:extLst>
              <a:ext uri="{FF2B5EF4-FFF2-40B4-BE49-F238E27FC236}">
                <a16:creationId xmlns:a16="http://schemas.microsoft.com/office/drawing/2014/main" id="{C4D76095-C685-6F22-B51D-0AFAF348C4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214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 picture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On layouts with picture placeholders: Click the icon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text  ”Clik here to insert image” will not be visible in presentation mode.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You can find UCPH-images, which are adapted to and minimised to 16:9 format via this link: </a:t>
            </a:r>
            <a:b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https://image.ku.dk/shared/aZwD18034DnM3TYEw9XagEF6kxI6MLkV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Select slide show-view to activate the link.</a:t>
            </a:r>
          </a:p>
        </p:txBody>
      </p:sp>
      <p:sp>
        <p:nvSpPr>
          <p:cNvPr id="42" name="Text Box 48">
            <a:extLst>
              <a:ext uri="{FF2B5EF4-FFF2-40B4-BE49-F238E27FC236}">
                <a16:creationId xmlns:a16="http://schemas.microsoft.com/office/drawing/2014/main" id="{449B76C2-6958-26C2-DD52-28127622EE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Image sizes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optimal picture size is: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Save the images in 72 dpi and in "jpg medium quality"</a:t>
            </a:r>
          </a:p>
        </p:txBody>
      </p:sp>
      <p:sp>
        <p:nvSpPr>
          <p:cNvPr id="44" name="Text Box 48">
            <a:extLst>
              <a:ext uri="{FF2B5EF4-FFF2-40B4-BE49-F238E27FC236}">
                <a16:creationId xmlns:a16="http://schemas.microsoft.com/office/drawing/2014/main" id="{B1B679C7-F81E-AF72-3832-BC2B20AF81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Trimming pictures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Click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Crop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change the image focus/size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 you want to scale the picture, hold the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button down while dragging in the image corners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Right-click on the picture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Send to back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 you delete the picture and inserts a new, the picture may be in front of text and graphics. If this happens, you must select the image, right-click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DBC859E9-AAD9-582D-9CAB-53B97A96B2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99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Template colors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You can choose between a range of colors for backgrounds and graphs.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Right-click on the surface of which you want to change the color and then click on the paint can icon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5BDA7DE1-7BD9-6953-4F2C-C23FAB665D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Further information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See</a:t>
            </a:r>
            <a: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b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skabeloner/powerpoint/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praesentationer/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0" name="Billede 25">
            <a:extLst>
              <a:ext uri="{FF2B5EF4-FFF2-40B4-BE49-F238E27FC236}">
                <a16:creationId xmlns:a16="http://schemas.microsoft.com/office/drawing/2014/main" id="{2BC7410A-935F-DC4A-F8A5-7F39AC457C1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52" name="Billede 36">
            <a:extLst>
              <a:ext uri="{FF2B5EF4-FFF2-40B4-BE49-F238E27FC236}">
                <a16:creationId xmlns:a16="http://schemas.microsoft.com/office/drawing/2014/main" id="{56A21FCA-F356-F238-3DEE-A13BEFECD37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54" name="Billede 37">
            <a:extLst>
              <a:ext uri="{FF2B5EF4-FFF2-40B4-BE49-F238E27FC236}">
                <a16:creationId xmlns:a16="http://schemas.microsoft.com/office/drawing/2014/main" id="{8288A8D2-A953-FCF5-C54C-BED0258209D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56" name="Text Box 48">
            <a:extLst>
              <a:ext uri="{FF2B5EF4-FFF2-40B4-BE49-F238E27FC236}">
                <a16:creationId xmlns:a16="http://schemas.microsoft.com/office/drawing/2014/main" id="{1AAEA91B-6C9C-9157-EFF5-6EEB67507A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the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 Click on the top part of the button to create a slide identical to the one selected. Click on the bottom part of the button to see a selection of possible layout choices</a:t>
            </a:r>
            <a:endParaRPr lang="en-GB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8" name="Picture 61">
            <a:extLst>
              <a:ext uri="{FF2B5EF4-FFF2-40B4-BE49-F238E27FC236}">
                <a16:creationId xmlns:a16="http://schemas.microsoft.com/office/drawing/2014/main" id="{874C9D93-430E-897F-0010-953653748BC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271879" y="1743737"/>
            <a:ext cx="243186" cy="4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7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11012487" cy="467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F5BBBEC-8DDA-37BC-3B1E-5DB781A5DDC2}"/>
              </a:ext>
            </a:extLst>
          </p:cNvPr>
          <p:cNvSpPr/>
          <p:nvPr userDrawn="1"/>
        </p:nvSpPr>
        <p:spPr>
          <a:xfrm>
            <a:off x="0" y="0"/>
            <a:ext cx="12192000" cy="332655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EEFEE">
                  <a:alpha val="92941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FFE5DD6-2126-4C5A-ADA9-CF5BE748E714}" type="datetime1">
              <a:rPr lang="en-GB" smtClean="0"/>
              <a:t>07/05/2025</a:t>
            </a:fld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2B48C9BE-CCF6-3266-2B8E-D27C7F011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3" name="Picture 27">
            <a:extLst>
              <a:ext uri="{FF2B5EF4-FFF2-40B4-BE49-F238E27FC236}">
                <a16:creationId xmlns:a16="http://schemas.microsoft.com/office/drawing/2014/main" id="{863DD73D-5725-327E-8366-645E99E26ECD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8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2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9" r:id="rId2"/>
    <p:sldLayoutId id="2147483671" r:id="rId3"/>
    <p:sldLayoutId id="2147483701" r:id="rId4"/>
    <p:sldLayoutId id="2147483674" r:id="rId5"/>
    <p:sldLayoutId id="2147483670" r:id="rId6"/>
    <p:sldLayoutId id="2147483660" r:id="rId7"/>
    <p:sldLayoutId id="2147483662" r:id="rId8"/>
    <p:sldLayoutId id="2147483684" r:id="rId9"/>
    <p:sldLayoutId id="2147483685" r:id="rId10"/>
    <p:sldLayoutId id="2147483664" r:id="rId11"/>
    <p:sldLayoutId id="2147483665" r:id="rId12"/>
    <p:sldLayoutId id="2147483689" r:id="rId13"/>
    <p:sldLayoutId id="2147483702" r:id="rId14"/>
    <p:sldLayoutId id="2147483703" r:id="rId15"/>
    <p:sldLayoutId id="2147483694" r:id="rId16"/>
    <p:sldLayoutId id="2147483692" r:id="rId17"/>
    <p:sldLayoutId id="2147483691" r:id="rId18"/>
    <p:sldLayoutId id="2147483697" r:id="rId19"/>
    <p:sldLayoutId id="2147483704" r:id="rId20"/>
    <p:sldLayoutId id="2147483705" r:id="rId21"/>
    <p:sldLayoutId id="2147483695" r:id="rId22"/>
    <p:sldLayoutId id="2147483698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693" r:id="rId29"/>
    <p:sldLayoutId id="2147483688" r:id="rId3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spc="60" baseline="0">
          <a:solidFill>
            <a:schemeClr val="accent1"/>
          </a:solidFill>
          <a:latin typeface="+mj-lt"/>
          <a:ea typeface="Open Sans Extrabold" panose="020B0606030504020204" pitchFamily="34" charset="0"/>
          <a:cs typeface="Microsoft New Tai Lue" panose="020B0502040204020203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da-DK" sz="24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1pPr>
      <a:lvl2pPr marL="719138" marR="0" indent="-358775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2pPr>
      <a:lvl3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3pPr>
      <a:lvl4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4pPr>
      <a:lvl5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5pPr>
      <a:lvl6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6pPr>
      <a:lvl7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7pPr>
      <a:lvl8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8pPr>
      <a:lvl9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pos="371" userDrawn="1">
          <p15:clr>
            <a:srgbClr val="F26B43"/>
          </p15:clr>
        </p15:guide>
        <p15:guide id="6" pos="7308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4A27-B96F-FF49-952F-8EF3F8AA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2ED5-267F-4B10-9875-AE0A138158F0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56401-0EC4-5C4E-B05C-BACA002C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EA49827-CE52-FD4B-8399-162D5E1DD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91815"/>
            <a:ext cx="5959476" cy="547403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55F9F9FB-61AF-8548-83E5-79EB62A8C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.SF NS"/>
              </a:rPr>
              <a:t>Advanced </a:t>
            </a:r>
            <a:r>
              <a:rPr lang="da-DK" dirty="0" err="1">
                <a:solidFill>
                  <a:srgbClr val="000000"/>
                </a:solidFill>
                <a:effectLst/>
                <a:latin typeface=".SF NS"/>
              </a:rPr>
              <a:t>Empirical</a:t>
            </a:r>
            <a:r>
              <a:rPr lang="da-DK" dirty="0">
                <a:solidFill>
                  <a:srgbClr val="000000"/>
                </a:solidFill>
                <a:effectLst/>
                <a:latin typeface=".SF NS"/>
              </a:rPr>
              <a:t> </a:t>
            </a:r>
            <a:r>
              <a:rPr lang="da-DK" dirty="0" err="1">
                <a:solidFill>
                  <a:srgbClr val="000000"/>
                </a:solidFill>
                <a:effectLst/>
                <a:latin typeface=".SF NS"/>
              </a:rPr>
              <a:t>Macroeconomic</a:t>
            </a:r>
            <a:r>
              <a:rPr lang="da-DK" dirty="0">
                <a:solidFill>
                  <a:srgbClr val="000000"/>
                </a:solidFill>
                <a:effectLst/>
                <a:latin typeface=".SF NS"/>
              </a:rPr>
              <a:t> Analysis</a:t>
            </a:r>
          </a:p>
          <a:p>
            <a:endParaRPr lang="en-GB" b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D5F85F-0777-314B-A8CB-A12F7D46B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0" dirty="0"/>
              <a:t>Oscar Ernst Alfthan Madsen</a:t>
            </a:r>
          </a:p>
          <a:p>
            <a:r>
              <a:rPr lang="en-GB" dirty="0"/>
              <a:t>Kasper Weilby Wieghorst Knudsen</a:t>
            </a:r>
            <a:endParaRPr lang="en-GB" b="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218C83D-C112-3B45-B0BC-99E9475815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b="0" dirty="0"/>
              <a:t>Heterogenous effects of ECB monetary policy</a:t>
            </a:r>
          </a:p>
        </p:txBody>
      </p:sp>
    </p:spTree>
    <p:extLst>
      <p:ext uri="{BB962C8B-B14F-4D97-AF65-F5344CB8AC3E}">
        <p14:creationId xmlns:p14="http://schemas.microsoft.com/office/powerpoint/2010/main" val="260976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5D791-CCB3-1E41-9275-846295D5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54480-C453-0249-AF66-494D6C878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noProof="1">
                <a:solidFill>
                  <a:srgbClr val="0E101A"/>
                </a:solidFill>
                <a:effectLst/>
              </a:rPr>
              <a:t>Research question:</a:t>
            </a:r>
            <a:r>
              <a:rPr lang="en-AU" noProof="1">
                <a:solidFill>
                  <a:srgbClr val="0E101A"/>
                </a:solidFill>
                <a:effectLst/>
              </a:rPr>
              <a:t> </a:t>
            </a:r>
          </a:p>
          <a:p>
            <a:pPr lvl="1"/>
            <a:r>
              <a:rPr lang="en-AU" noProof="1">
                <a:solidFill>
                  <a:srgbClr val="0E101A"/>
                </a:solidFill>
                <a:effectLst/>
              </a:rPr>
              <a:t>To what extent ECBs shock propagate heterogeneously between Euroarea countries.</a:t>
            </a:r>
          </a:p>
          <a:p>
            <a:pPr marL="0" indent="0">
              <a:buNone/>
            </a:pPr>
            <a:r>
              <a:rPr lang="en-AU" b="1" noProof="0" dirty="0">
                <a:solidFill>
                  <a:srgbClr val="0E101A"/>
                </a:solidFill>
                <a:effectLst/>
              </a:rPr>
              <a:t>Motivation:</a:t>
            </a:r>
          </a:p>
          <a:p>
            <a:pPr lvl="1"/>
            <a:r>
              <a:rPr lang="en-AU" b="1" noProof="0" dirty="0">
                <a:solidFill>
                  <a:srgbClr val="0E101A"/>
                </a:solidFill>
                <a:effectLst/>
              </a:rPr>
              <a:t>Single Monetary Policy: </a:t>
            </a:r>
            <a:r>
              <a:rPr lang="en-AU" noProof="0" dirty="0">
                <a:solidFill>
                  <a:srgbClr val="0E101A"/>
                </a:solidFill>
                <a:effectLst/>
              </a:rPr>
              <a:t>Uniform Monetary Policy Stand from ECB.</a:t>
            </a:r>
          </a:p>
          <a:p>
            <a:pPr lvl="1"/>
            <a:r>
              <a:rPr lang="en-AU" b="1" noProof="0" dirty="0">
                <a:solidFill>
                  <a:srgbClr val="0E101A"/>
                </a:solidFill>
                <a:effectLst/>
              </a:rPr>
              <a:t>Uneven propagation: </a:t>
            </a:r>
            <a:r>
              <a:rPr lang="en-AU" noProof="0" dirty="0">
                <a:solidFill>
                  <a:srgbClr val="0E101A"/>
                </a:solidFill>
                <a:effectLst/>
              </a:rPr>
              <a:t>Country-specific characteristics vary impact.</a:t>
            </a:r>
          </a:p>
          <a:p>
            <a:pPr lvl="1"/>
            <a:r>
              <a:rPr lang="en-AU" b="1" noProof="0" dirty="0">
                <a:solidFill>
                  <a:srgbClr val="0E101A"/>
                </a:solidFill>
                <a:effectLst/>
              </a:rPr>
              <a:t>Recent increase in inflation: </a:t>
            </a:r>
            <a:r>
              <a:rPr lang="en-AU" noProof="0" dirty="0">
                <a:solidFill>
                  <a:srgbClr val="0E101A"/>
                </a:solidFill>
                <a:effectLst/>
              </a:rPr>
              <a:t>2022 inflation crisis.</a:t>
            </a:r>
          </a:p>
          <a:p>
            <a:pPr lvl="1"/>
            <a:r>
              <a:rPr lang="en-AU" b="1" noProof="0" dirty="0">
                <a:solidFill>
                  <a:srgbClr val="0E101A"/>
                </a:solidFill>
                <a:effectLst/>
              </a:rPr>
              <a:t>Divergence: </a:t>
            </a:r>
            <a:r>
              <a:rPr lang="en-AU" noProof="0" dirty="0">
                <a:solidFill>
                  <a:srgbClr val="0E101A"/>
                </a:solidFill>
                <a:effectLst/>
              </a:rPr>
              <a:t>Growing disparities in macro-outcomes</a:t>
            </a:r>
          </a:p>
          <a:p>
            <a:pPr lvl="1"/>
            <a:r>
              <a:rPr lang="en-AU" b="1" noProof="0" dirty="0">
                <a:solidFill>
                  <a:srgbClr val="0E101A"/>
                </a:solidFill>
                <a:effectLst/>
              </a:rPr>
              <a:t>Literature has found diverging results</a:t>
            </a:r>
            <a:endParaRPr lang="en-AU" noProof="0" dirty="0">
              <a:solidFill>
                <a:srgbClr val="0E101A"/>
              </a:solidFill>
              <a:effectLst/>
            </a:endParaRPr>
          </a:p>
          <a:p>
            <a:pPr marL="0" indent="0">
              <a:buNone/>
            </a:pPr>
            <a:r>
              <a:rPr lang="en-GB" b="1" dirty="0"/>
              <a:t>Results:</a:t>
            </a:r>
          </a:p>
          <a:p>
            <a:pPr lvl="1"/>
            <a:r>
              <a:rPr lang="en-GB" b="1" dirty="0"/>
              <a:t>Real GDP:</a:t>
            </a:r>
            <a:r>
              <a:rPr lang="en-GB" dirty="0"/>
              <a:t> Only a few countries differ from Germany.</a:t>
            </a:r>
          </a:p>
          <a:p>
            <a:pPr lvl="1"/>
            <a:r>
              <a:rPr lang="en-GB" b="1" dirty="0"/>
              <a:t>HICP:</a:t>
            </a:r>
            <a:r>
              <a:rPr lang="en-GB" dirty="0"/>
              <a:t> All countries but France differ from Germany</a:t>
            </a:r>
            <a:endParaRPr lang="en-GB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3716D6-12A9-6848-9732-186C35C7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E0F33-965B-4006-BF25-D26E1C84904D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9EDD3-1818-064E-95C1-FCEF1BC9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957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D6F3E-B420-D805-75A9-80EFBB8D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40BB3EC-7EF7-524C-E57F-D645B0F4B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monetary policy shocks</a:t>
            </a:r>
          </a:p>
          <a:p>
            <a:r>
              <a:rPr lang="en-US" dirty="0"/>
              <a:t>First Stage Regression</a:t>
            </a:r>
          </a:p>
          <a:p>
            <a:r>
              <a:rPr lang="en-US" dirty="0"/>
              <a:t>Local Projection Instrumental Variables</a:t>
            </a:r>
          </a:p>
          <a:p>
            <a:r>
              <a:rPr lang="en-US" dirty="0"/>
              <a:t>Panel Local Projections Instrumental Variables</a:t>
            </a:r>
          </a:p>
          <a:p>
            <a:r>
              <a:rPr lang="en-US" dirty="0"/>
              <a:t>Robustness of results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8DE1BF5-26DE-2585-5FFE-D8B05622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B59E9DE-0ECB-9A44-0BFB-A70C4E05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6495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F06613-7978-4EF6-F8E3-B6FCBF3A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exogenous Monetary Policy shocks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E7A969E-C652-F043-783C-17120505A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1">
                <a:solidFill>
                  <a:srgbClr val="0E101A"/>
                </a:solidFill>
                <a:effectLst/>
              </a:rPr>
              <a:t>Monetary Policy is inherently endogenous: </a:t>
            </a:r>
          </a:p>
          <a:p>
            <a:pPr lvl="1"/>
            <a:r>
              <a:rPr lang="en-US" noProof="1">
                <a:solidFill>
                  <a:srgbClr val="0E101A"/>
                </a:solidFill>
                <a:effectLst/>
              </a:rPr>
              <a:t>It responds to ongoing business cycles.</a:t>
            </a:r>
          </a:p>
          <a:p>
            <a:r>
              <a:rPr lang="en-US" b="1" noProof="1">
                <a:solidFill>
                  <a:srgbClr val="0E101A"/>
                </a:solidFill>
                <a:effectLst/>
              </a:rPr>
              <a:t>Extinction of Pure Monetary Policy:</a:t>
            </a:r>
            <a:endParaRPr lang="en-US" noProof="1">
              <a:solidFill>
                <a:srgbClr val="0E101A"/>
              </a:solidFill>
              <a:effectLst/>
            </a:endParaRPr>
          </a:p>
          <a:p>
            <a:pPr lvl="1"/>
            <a:r>
              <a:rPr lang="en-US" noProof="1">
                <a:solidFill>
                  <a:srgbClr val="0E101A"/>
                </a:solidFill>
                <a:effectLst/>
              </a:rPr>
              <a:t>Traditional method: Look purely at ECB rate changes.</a:t>
            </a:r>
          </a:p>
          <a:p>
            <a:pPr lvl="1"/>
            <a:r>
              <a:rPr lang="en-US" noProof="1">
                <a:solidFill>
                  <a:srgbClr val="0E101A"/>
                </a:solidFill>
                <a:effectLst/>
              </a:rPr>
              <a:t>Post 2014: Primarily different methods used </a:t>
            </a:r>
          </a:p>
          <a:p>
            <a:r>
              <a:rPr lang="en-US" b="1" noProof="1">
                <a:solidFill>
                  <a:srgbClr val="0E101A"/>
                </a:solidFill>
                <a:effectLst/>
              </a:rPr>
              <a:t>Multidimensionality of ECB Monetary Policy: </a:t>
            </a:r>
            <a:endParaRPr lang="en-US" noProof="1">
              <a:solidFill>
                <a:srgbClr val="0E101A"/>
              </a:solidFill>
              <a:effectLst/>
            </a:endParaRPr>
          </a:p>
          <a:p>
            <a:pPr lvl="1"/>
            <a:r>
              <a:rPr lang="en-US" noProof="1">
                <a:solidFill>
                  <a:srgbClr val="0E101A"/>
                </a:solidFill>
                <a:effectLst/>
              </a:rPr>
              <a:t>1) Pure monetary policy: The change in the short-term interest rate</a:t>
            </a:r>
          </a:p>
          <a:p>
            <a:pPr lvl="1"/>
            <a:r>
              <a:rPr lang="en-US" noProof="1">
                <a:solidFill>
                  <a:srgbClr val="0E101A"/>
                </a:solidFill>
                <a:effectLst/>
              </a:rPr>
              <a:t>2) Forward Guidance: Path for future interest rates</a:t>
            </a:r>
          </a:p>
          <a:p>
            <a:pPr lvl="1"/>
            <a:r>
              <a:rPr lang="en-US" noProof="1">
                <a:solidFill>
                  <a:srgbClr val="0E101A"/>
                </a:solidFill>
                <a:effectLst/>
              </a:rPr>
              <a:t>3) Quantitative Easing: Asset purchasing programs (from 2014)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09C6E82-DC2F-140E-6E8B-6B2A10E12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9CEF4FE-7184-5B73-D643-66D4F69E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988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B8210-8D8F-9232-C0F1-BA460DE4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0FB319-F448-3F1D-CD16-0DE95A73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en-US" dirty="0"/>
              <a:t>MP shock Identification I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B11BF469-ED47-75A1-B68C-E392D7D1E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5153" y="1628775"/>
            <a:ext cx="7328647" cy="4672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Multi dimensionality of ECB monetary policy.</a:t>
            </a:r>
          </a:p>
          <a:p>
            <a:pPr>
              <a:lnSpc>
                <a:spcPct val="90000"/>
              </a:lnSpc>
            </a:pPr>
            <a:r>
              <a:rPr lang="en-US" dirty="0"/>
              <a:t>Goal: Identify three exogenous ECB monetary policy shocks</a:t>
            </a:r>
          </a:p>
          <a:p>
            <a:pPr>
              <a:lnSpc>
                <a:spcPct val="90000"/>
              </a:lnSpc>
            </a:pPr>
            <a:r>
              <a:rPr lang="en-US" dirty="0"/>
              <a:t>Use change in OIS-rates of different maturities.</a:t>
            </a:r>
          </a:p>
          <a:p>
            <a:r>
              <a:rPr lang="en-US" dirty="0"/>
              <a:t>Problem: 7 series of unexpected OIS rate changes</a:t>
            </a:r>
          </a:p>
          <a:p>
            <a:r>
              <a:rPr lang="en-US" dirty="0"/>
              <a:t>Solution: PCA </a:t>
            </a:r>
            <a:r>
              <a:rPr lang="en-US" dirty="0">
                <a:sym typeface="Wingdings" pitchFamily="2" charset="2"/>
              </a:rPr>
              <a:t> Reduce the dimensionality while maintaining variation.</a:t>
            </a:r>
          </a:p>
          <a:p>
            <a:r>
              <a:rPr lang="en-US" dirty="0"/>
              <a:t>Results: 3 orthogonal series of purely statistical measures – explains 96.3% of variation.</a:t>
            </a:r>
          </a:p>
          <a:p>
            <a:r>
              <a:rPr lang="en-US" dirty="0"/>
              <a:t>Lacks economic meaning</a:t>
            </a:r>
          </a:p>
        </p:txBody>
      </p:sp>
      <p:pic>
        <p:nvPicPr>
          <p:cNvPr id="3" name="Pladsholder til indhold 6">
            <a:extLst>
              <a:ext uri="{FF2B5EF4-FFF2-40B4-BE49-F238E27FC236}">
                <a16:creationId xmlns:a16="http://schemas.microsoft.com/office/drawing/2014/main" id="{C775AF62-88F2-A1AF-FE66-7D5AE0702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59" y="1485900"/>
            <a:ext cx="5065367" cy="4672800"/>
          </a:xfrm>
          <a:prstGeom prst="rect">
            <a:avLst/>
          </a:prstGeom>
          <a:noFill/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E746641-4C57-9F83-2A02-556A92183E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544BA8A8-9DAA-499A-8FC3-E3166163C612}" type="datetime1">
              <a:rPr lang="en-GB" smtClean="0"/>
              <a:pPr>
                <a:spcAft>
                  <a:spcPts val="600"/>
                </a:spcAft>
              </a:pPr>
              <a:t>07/05/2025</a:t>
            </a:fld>
            <a:endParaRPr lang="en-GB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15BD0CC-08A6-F769-F147-26DD9D3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780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DB3D-9AD2-9D98-1CA4-D4973E30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DCFC81-3278-48E2-7B91-6A93EC7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en-US" dirty="0"/>
              <a:t>MP Shock Identification – II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F889C9AF-606F-275F-0A7E-CB77D6A27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3" y="1628775"/>
            <a:ext cx="7366567" cy="4672800"/>
          </a:xfrm>
        </p:spPr>
        <p:txBody>
          <a:bodyPr>
            <a:normAutofit/>
          </a:bodyPr>
          <a:lstStyle/>
          <a:p>
            <a:r>
              <a:rPr lang="en-US" dirty="0"/>
              <a:t>Impose economic structure by specifying a factor model that provides an economic interpretation.</a:t>
            </a:r>
          </a:p>
          <a:p>
            <a:r>
              <a:rPr lang="en-US" dirty="0"/>
              <a:t>HF changes in rates around MP announcements: </a:t>
            </a:r>
          </a:p>
          <a:p>
            <a:pPr lvl="1"/>
            <a:r>
              <a:rPr lang="en-US" b="1" dirty="0"/>
              <a:t>1) Pure Monetary: </a:t>
            </a:r>
            <a:r>
              <a:rPr lang="en-US" dirty="0"/>
              <a:t>Negative co-movements </a:t>
            </a:r>
            <a:endParaRPr lang="en-US" b="1" dirty="0"/>
          </a:p>
          <a:p>
            <a:pPr lvl="1"/>
            <a:r>
              <a:rPr lang="en-US" b="1" dirty="0"/>
              <a:t>2) Information Shocks: </a:t>
            </a:r>
            <a:r>
              <a:rPr lang="en-US" dirty="0"/>
              <a:t>Positive co-movements</a:t>
            </a:r>
            <a:endParaRPr lang="en-US" b="1" dirty="0"/>
          </a:p>
          <a:p>
            <a:r>
              <a:rPr lang="en-US" dirty="0"/>
              <a:t>Remove information shocks (46.8%).</a:t>
            </a:r>
          </a:p>
        </p:txBody>
      </p:sp>
      <p:pic>
        <p:nvPicPr>
          <p:cNvPr id="6" name="Billede 5" descr="Et billede, der indeholder diagram, skærmbillede, linje/række&#10;&#10;Indhold genereret af kunstig intelligens kan være forkert.">
            <a:extLst>
              <a:ext uri="{FF2B5EF4-FFF2-40B4-BE49-F238E27FC236}">
                <a16:creationId xmlns:a16="http://schemas.microsoft.com/office/drawing/2014/main" id="{B3848D25-15AD-FDD7-D14B-031A8EE59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531" y="1564486"/>
            <a:ext cx="3890105" cy="4672800"/>
          </a:xfrm>
          <a:prstGeom prst="rect">
            <a:avLst/>
          </a:prstGeom>
          <a:noFill/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AB84D5D-C6A6-DA29-571B-67E38E02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544BA8A8-9DAA-499A-8FC3-E3166163C612}" type="datetime1">
              <a:rPr lang="en-GB" smtClean="0"/>
              <a:pPr>
                <a:spcAft>
                  <a:spcPts val="600"/>
                </a:spcAft>
              </a:pPr>
              <a:t>07/05/2025</a:t>
            </a:fld>
            <a:endParaRPr lang="en-GB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3AC8CF2-F186-BBE8-88E0-B6A15CA8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120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2B340-183C-F83A-6E91-AF3B2493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E64747-D6E8-A9BF-5507-ED5B6323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en-US" dirty="0"/>
              <a:t>MP Shock Identification – Exogenous shocks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EECD899A-BEC8-80C1-4251-B596B830B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485901"/>
            <a:ext cx="5383211" cy="2072846"/>
          </a:xfrm>
        </p:spPr>
        <p:txBody>
          <a:bodyPr>
            <a:normAutofit/>
          </a:bodyPr>
          <a:lstStyle/>
          <a:p>
            <a:r>
              <a:rPr lang="en-US" dirty="0"/>
              <a:t>Shocks are now:</a:t>
            </a:r>
          </a:p>
          <a:p>
            <a:pPr lvl="1"/>
            <a:r>
              <a:rPr lang="en-US" dirty="0"/>
              <a:t>NOT significantly different from 0</a:t>
            </a:r>
          </a:p>
          <a:p>
            <a:pPr lvl="1"/>
            <a:r>
              <a:rPr lang="en-US" dirty="0"/>
              <a:t>Have no serial correlation</a:t>
            </a:r>
          </a:p>
          <a:p>
            <a:pPr lvl="1"/>
            <a:endParaRPr lang="en-US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2F638D8-6DDE-67FF-26E2-41DB02B0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544BA8A8-9DAA-499A-8FC3-E3166163C612}" type="datetime1">
              <a:rPr lang="en-GB" smtClean="0"/>
              <a:pPr>
                <a:spcAft>
                  <a:spcPts val="600"/>
                </a:spcAft>
              </a:pPr>
              <a:t>07/05/2025</a:t>
            </a:fld>
            <a:endParaRPr lang="en-GB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33C8633-8B2B-5E7B-5B4A-84C151AB6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  <p:pic>
        <p:nvPicPr>
          <p:cNvPr id="14" name="Billede 13" descr="Et billede, der indeholder linje/række, Kurve, diagram&#10;&#10;Indhold genereret af kunstig intelligens kan være forkert.">
            <a:extLst>
              <a:ext uri="{FF2B5EF4-FFF2-40B4-BE49-F238E27FC236}">
                <a16:creationId xmlns:a16="http://schemas.microsoft.com/office/drawing/2014/main" id="{FEB55FCB-3003-A831-8AF0-053FC7E90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23" y="3299849"/>
            <a:ext cx="10225304" cy="3269314"/>
          </a:xfrm>
          <a:prstGeom prst="rect">
            <a:avLst/>
          </a:prstGeom>
        </p:spPr>
      </p:pic>
      <p:sp>
        <p:nvSpPr>
          <p:cNvPr id="15" name="Pladsholder til indhold 8">
            <a:extLst>
              <a:ext uri="{FF2B5EF4-FFF2-40B4-BE49-F238E27FC236}">
                <a16:creationId xmlns:a16="http://schemas.microsoft.com/office/drawing/2014/main" id="{B0A1B768-C70D-7AC4-9A77-D4281D721124}"/>
              </a:ext>
            </a:extLst>
          </p:cNvPr>
          <p:cNvSpPr txBox="1">
            <a:spLocks/>
          </p:cNvSpPr>
          <p:nvPr/>
        </p:nvSpPr>
        <p:spPr>
          <a:xfrm>
            <a:off x="6096000" y="1485901"/>
            <a:ext cx="5523470" cy="22252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a-DK" sz="24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1pPr>
            <a:lvl2pPr marL="719138" marR="0" indent="-358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sz="20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2pPr>
            <a:lvl3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6pPr>
            <a:lvl7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7pPr>
            <a:lvl8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8pPr>
            <a:lvl9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9pPr>
          </a:lstStyle>
          <a:p>
            <a:r>
              <a:rPr lang="en-US" dirty="0"/>
              <a:t>Pure MP shock die off, after 2015</a:t>
            </a:r>
          </a:p>
          <a:p>
            <a:r>
              <a:rPr lang="en-US" dirty="0"/>
              <a:t>Forward guidance (Path), is smaller after 2012</a:t>
            </a:r>
          </a:p>
          <a:p>
            <a:r>
              <a:rPr lang="en-US" dirty="0"/>
              <a:t>Forward guidance begins in 2013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957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946DA-5452-2220-2E6D-92526B20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used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FBA3CAB-C746-38A7-8270-E20F5C4D2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>
                <a:solidFill>
                  <a:srgbClr val="0E101A"/>
                </a:solidFill>
                <a:effectLst/>
              </a:rPr>
              <a:t>Core </a:t>
            </a:r>
            <a:r>
              <a:rPr lang="da-DK" b="1" dirty="0" err="1">
                <a:solidFill>
                  <a:srgbClr val="0E101A"/>
                </a:solidFill>
                <a:effectLst/>
              </a:rPr>
              <a:t>countries</a:t>
            </a:r>
            <a:r>
              <a:rPr lang="da-DK" b="1" dirty="0">
                <a:solidFill>
                  <a:srgbClr val="0E101A"/>
                </a:solidFill>
                <a:effectLst/>
              </a:rPr>
              <a:t>:</a:t>
            </a:r>
            <a:r>
              <a:rPr lang="da-DK" dirty="0">
                <a:solidFill>
                  <a:srgbClr val="0E101A"/>
                </a:solidFill>
                <a:effectLst/>
              </a:rPr>
              <a:t> Germany, France, </a:t>
            </a:r>
            <a:r>
              <a:rPr lang="da-DK" dirty="0" err="1">
                <a:solidFill>
                  <a:srgbClr val="0E101A"/>
                </a:solidFill>
                <a:effectLst/>
              </a:rPr>
              <a:t>Austria</a:t>
            </a:r>
            <a:r>
              <a:rPr lang="da-DK" dirty="0">
                <a:solidFill>
                  <a:srgbClr val="0E101A"/>
                </a:solidFill>
                <a:effectLst/>
              </a:rPr>
              <a:t>, the </a:t>
            </a:r>
            <a:r>
              <a:rPr lang="da-DK" dirty="0" err="1">
                <a:solidFill>
                  <a:srgbClr val="0E101A"/>
                </a:solidFill>
                <a:effectLst/>
              </a:rPr>
              <a:t>Netherlands</a:t>
            </a:r>
            <a:r>
              <a:rPr lang="da-DK" dirty="0">
                <a:solidFill>
                  <a:srgbClr val="0E101A"/>
                </a:solidFill>
                <a:effectLst/>
              </a:rPr>
              <a:t>, Denmark</a:t>
            </a:r>
          </a:p>
          <a:p>
            <a:r>
              <a:rPr lang="da-DK" b="1" dirty="0" err="1">
                <a:solidFill>
                  <a:srgbClr val="0E101A"/>
                </a:solidFill>
                <a:effectLst/>
              </a:rPr>
              <a:t>Peripheral</a:t>
            </a:r>
            <a:r>
              <a:rPr lang="da-DK" b="1" dirty="0">
                <a:solidFill>
                  <a:srgbClr val="0E101A"/>
                </a:solidFill>
                <a:effectLst/>
              </a:rPr>
              <a:t> </a:t>
            </a:r>
            <a:r>
              <a:rPr lang="da-DK" b="1" dirty="0" err="1">
                <a:solidFill>
                  <a:srgbClr val="0E101A"/>
                </a:solidFill>
                <a:effectLst/>
              </a:rPr>
              <a:t>countries</a:t>
            </a:r>
            <a:r>
              <a:rPr lang="da-DK" b="1" dirty="0">
                <a:solidFill>
                  <a:srgbClr val="0E101A"/>
                </a:solidFill>
                <a:effectLst/>
              </a:rPr>
              <a:t>:</a:t>
            </a:r>
            <a:r>
              <a:rPr lang="da-DK" dirty="0">
                <a:solidFill>
                  <a:srgbClr val="0E101A"/>
                </a:solidFill>
                <a:effectLst/>
              </a:rPr>
              <a:t> Portugal, Spain, </a:t>
            </a:r>
            <a:r>
              <a:rPr lang="da-DK" dirty="0" err="1">
                <a:solidFill>
                  <a:srgbClr val="0E101A"/>
                </a:solidFill>
                <a:effectLst/>
              </a:rPr>
              <a:t>Italy</a:t>
            </a:r>
            <a:r>
              <a:rPr lang="da-DK" dirty="0">
                <a:solidFill>
                  <a:srgbClr val="0E101A"/>
                </a:solidFill>
                <a:effectLst/>
              </a:rPr>
              <a:t> and </a:t>
            </a:r>
            <a:r>
              <a:rPr lang="da-DK" dirty="0" err="1">
                <a:solidFill>
                  <a:srgbClr val="0E101A"/>
                </a:solidFill>
                <a:effectLst/>
              </a:rPr>
              <a:t>Greece</a:t>
            </a:r>
            <a:endParaRPr lang="da-DK" dirty="0">
              <a:solidFill>
                <a:srgbClr val="0E101A"/>
              </a:solidFill>
              <a:effectLst/>
            </a:endParaRPr>
          </a:p>
          <a:p>
            <a:r>
              <a:rPr lang="da-DK" dirty="0">
                <a:solidFill>
                  <a:srgbClr val="0E101A"/>
                </a:solidFill>
                <a:effectLst/>
              </a:rPr>
              <a:t>Baselin</a:t>
            </a:r>
            <a:r>
              <a:rPr lang="da-DK" dirty="0">
                <a:solidFill>
                  <a:srgbClr val="0E101A"/>
                </a:solidFill>
              </a:rPr>
              <a:t>e country = Germany</a:t>
            </a:r>
            <a:endParaRPr lang="da-DK" dirty="0">
              <a:solidFill>
                <a:srgbClr val="0E101A"/>
              </a:solidFill>
              <a:effectLst/>
            </a:endParaRPr>
          </a:p>
          <a:p>
            <a:r>
              <a:rPr lang="da-DK" dirty="0" err="1">
                <a:solidFill>
                  <a:srgbClr val="0E101A"/>
                </a:solidFill>
              </a:rPr>
              <a:t>Q</a:t>
            </a:r>
            <a:r>
              <a:rPr lang="da-DK" dirty="0" err="1">
                <a:solidFill>
                  <a:srgbClr val="0E101A"/>
                </a:solidFill>
                <a:effectLst/>
              </a:rPr>
              <a:t>uarterly</a:t>
            </a:r>
            <a:r>
              <a:rPr lang="da-DK" dirty="0">
                <a:solidFill>
                  <a:srgbClr val="0E101A"/>
                </a:solidFill>
                <a:effectLst/>
              </a:rPr>
              <a:t> data from Q1 2004 to Q4 2019. </a:t>
            </a:r>
          </a:p>
          <a:p>
            <a:pPr lvl="1"/>
            <a:r>
              <a:rPr lang="da-DK" dirty="0">
                <a:solidFill>
                  <a:srgbClr val="0E101A"/>
                </a:solidFill>
                <a:effectLst/>
              </a:rPr>
              <a:t>Real GDP per </a:t>
            </a:r>
            <a:r>
              <a:rPr lang="da-DK" dirty="0" err="1">
                <a:solidFill>
                  <a:srgbClr val="0E101A"/>
                </a:solidFill>
                <a:effectLst/>
              </a:rPr>
              <a:t>capita</a:t>
            </a:r>
            <a:endParaRPr lang="da-DK" dirty="0">
              <a:solidFill>
                <a:srgbClr val="0E101A"/>
              </a:solidFill>
              <a:effectLst/>
            </a:endParaRPr>
          </a:p>
          <a:p>
            <a:pPr lvl="1"/>
            <a:r>
              <a:rPr lang="da-DK" dirty="0">
                <a:solidFill>
                  <a:srgbClr val="0E101A"/>
                </a:solidFill>
                <a:effectLst/>
              </a:rPr>
              <a:t>HICP</a:t>
            </a:r>
          </a:p>
          <a:p>
            <a:pPr lvl="1"/>
            <a:r>
              <a:rPr lang="da-DK" dirty="0" err="1">
                <a:solidFill>
                  <a:srgbClr val="0E101A"/>
                </a:solidFill>
                <a:effectLst/>
              </a:rPr>
              <a:t>Consumption</a:t>
            </a:r>
            <a:endParaRPr lang="da-DK" dirty="0">
              <a:solidFill>
                <a:srgbClr val="0E101A"/>
              </a:solidFill>
              <a:effectLst/>
            </a:endParaRPr>
          </a:p>
          <a:p>
            <a:pPr lvl="1"/>
            <a:r>
              <a:rPr lang="da-DK" dirty="0">
                <a:solidFill>
                  <a:srgbClr val="0E101A"/>
                </a:solidFill>
                <a:effectLst/>
              </a:rPr>
              <a:t>2-year Bundesbank </a:t>
            </a:r>
            <a:r>
              <a:rPr lang="da-DK" dirty="0" err="1">
                <a:solidFill>
                  <a:srgbClr val="0E101A"/>
                </a:solidFill>
                <a:effectLst/>
              </a:rPr>
              <a:t>yield</a:t>
            </a:r>
            <a:endParaRPr lang="da-DK" dirty="0">
              <a:solidFill>
                <a:srgbClr val="0E101A"/>
              </a:solidFill>
              <a:effectLst/>
            </a:endParaRPr>
          </a:p>
          <a:p>
            <a:r>
              <a:rPr lang="da-DK" dirty="0">
                <a:solidFill>
                  <a:srgbClr val="0E101A"/>
                </a:solidFill>
              </a:rPr>
              <a:t>L</a:t>
            </a:r>
            <a:r>
              <a:rPr lang="da-DK" dirty="0">
                <a:solidFill>
                  <a:srgbClr val="0E101A"/>
                </a:solidFill>
                <a:effectLst/>
              </a:rPr>
              <a:t>og-difference: Data is </a:t>
            </a:r>
            <a:r>
              <a:rPr lang="da-DK" dirty="0" err="1">
                <a:solidFill>
                  <a:srgbClr val="0E101A"/>
                </a:solidFill>
                <a:effectLst/>
              </a:rPr>
              <a:t>approximately</a:t>
            </a:r>
            <a:r>
              <a:rPr lang="da-DK" dirty="0">
                <a:solidFill>
                  <a:srgbClr val="0E101A"/>
                </a:solidFill>
                <a:effectLst/>
              </a:rPr>
              <a:t> </a:t>
            </a:r>
            <a:r>
              <a:rPr lang="da-DK" dirty="0" err="1">
                <a:solidFill>
                  <a:srgbClr val="0E101A"/>
                </a:solidFill>
                <a:effectLst/>
              </a:rPr>
              <a:t>percentage</a:t>
            </a:r>
            <a:r>
              <a:rPr lang="da-DK" dirty="0">
                <a:solidFill>
                  <a:srgbClr val="0E101A"/>
                </a:solidFill>
                <a:effectLst/>
              </a:rPr>
              <a:t> </a:t>
            </a:r>
            <a:r>
              <a:rPr lang="da-DK" dirty="0" err="1">
                <a:solidFill>
                  <a:srgbClr val="0E101A"/>
                </a:solidFill>
                <a:effectLst/>
              </a:rPr>
              <a:t>change</a:t>
            </a:r>
            <a:endParaRPr lang="da-DK" dirty="0">
              <a:solidFill>
                <a:srgbClr val="0E101A"/>
              </a:solidFill>
              <a:effectLst/>
            </a:endParaRP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5231399-3536-5368-3867-902C88665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57861FD-C033-B74B-F23D-F6DD71C4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0404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BDA08-1DF8-CA7B-3F72-BB6C82C1F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E562B6-82E3-2DF9-38C6-334C208A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Projection Instrumental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7B9109A-39D1-07FE-69AC-082FAAADBB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Problem: 3 shocks -&gt; use 1.Stage to dissect effect, with shocks as instruments:</a:t>
                </a:r>
              </a:p>
              <a:p>
                <a:endParaRPr lang="en-US" dirty="0"/>
              </a:p>
              <a:p>
                <a:r>
                  <a:rPr lang="en-US" dirty="0"/>
                  <a:t>Weak instruments F-statistics = 9.66</a:t>
                </a:r>
              </a:p>
              <a:p>
                <a:r>
                  <a:rPr lang="en-US" dirty="0">
                    <a:sym typeface="Wingdings" pitchFamily="2" charset="2"/>
                  </a:rPr>
                  <a:t>Estimate Local Projections using OLS, for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h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=12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(3 years) steps ahead.</a:t>
                </a:r>
              </a:p>
              <a:p>
                <a:r>
                  <a:rPr lang="en-US" dirty="0">
                    <a:sym typeface="Wingdings" pitchFamily="2" charset="2"/>
                  </a:rPr>
                  <a:t>Same controls, but quarterly frequency.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 denote the h-step IPR.</a:t>
                </a:r>
              </a:p>
              <a:p>
                <a:pPr marL="0" indent="0">
                  <a:buNone/>
                </a:pPr>
                <a:endParaRPr lang="en-US" dirty="0">
                  <a:sym typeface="Wingdings" pitchFamily="2" charset="2"/>
                </a:endParaRPr>
              </a:p>
              <a:p>
                <a:endParaRPr lang="en-US" dirty="0"/>
              </a:p>
              <a:p>
                <a:r>
                  <a:rPr lang="en-US" dirty="0"/>
                  <a:t>Compute confidence intervals using Newey-West SE</a:t>
                </a:r>
              </a:p>
              <a:p>
                <a:r>
                  <a:rPr lang="en-US" dirty="0"/>
                  <a:t>Normalize IRF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for Bond yield. </a:t>
                </a:r>
              </a:p>
              <a:p>
                <a:pPr lvl="1"/>
                <a:r>
                  <a:rPr lang="en-US" dirty="0"/>
                  <a:t>Interpretation: 1 percentage point increase in the interest rate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7B9109A-39D1-07FE-69AC-082FAAADBB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13" t="-2439" b="-11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55551BA-F6EB-75E3-E50F-712DACB39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E537344-90B9-85D1-AE73-0E9C7AFF0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9</a:t>
            </a:fld>
            <a:endParaRPr lang="en-GB" dirty="0"/>
          </a:p>
        </p:txBody>
      </p:sp>
      <p:pic>
        <p:nvPicPr>
          <p:cNvPr id="7" name="Billede 6" descr="Et billede, der indeholder Font/skrifttype, hvid, tekst, håndskrift&#10;&#10;Indhold genereret af kunstig intelligens kan være forkert.">
            <a:extLst>
              <a:ext uri="{FF2B5EF4-FFF2-40B4-BE49-F238E27FC236}">
                <a16:creationId xmlns:a16="http://schemas.microsoft.com/office/drawing/2014/main" id="{789D7EC2-4804-8123-7E3F-315D5BAE7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807" y="2056093"/>
            <a:ext cx="4876800" cy="914400"/>
          </a:xfrm>
          <a:prstGeom prst="rect">
            <a:avLst/>
          </a:prstGeom>
        </p:spPr>
      </p:pic>
      <p:pic>
        <p:nvPicPr>
          <p:cNvPr id="6" name="Billede 5" descr="Et billede, der indeholder Font/skrifttype, hvid, tekst, kalligrafi&#10;&#10;Indhold genereret af kunstig intelligens kan være forkert.">
            <a:extLst>
              <a:ext uri="{FF2B5EF4-FFF2-40B4-BE49-F238E27FC236}">
                <a16:creationId xmlns:a16="http://schemas.microsoft.com/office/drawing/2014/main" id="{C307BD13-8EB9-5083-72E0-DA91E8819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757" y="4427630"/>
            <a:ext cx="59309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4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58196-EAB7-9F35-83E3-4937A599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CA74F6-6169-420C-E69C-FCA0B727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Projections – IRF for Germany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22C70E1-9CD1-5793-CDE9-BE077F2DB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63" y="1484313"/>
            <a:ext cx="5492750" cy="481806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HICP:</a:t>
            </a:r>
            <a:r>
              <a:rPr lang="en-US" dirty="0"/>
              <a:t> Increase on impact (Price-Puzzle). Decrease in prices after 2 years.</a:t>
            </a:r>
          </a:p>
          <a:p>
            <a:pPr marL="0" indent="0">
              <a:buNone/>
            </a:pPr>
            <a:r>
              <a:rPr lang="en-US" b="1" dirty="0"/>
              <a:t>GDP:</a:t>
            </a:r>
            <a:r>
              <a:rPr lang="en-US" dirty="0"/>
              <a:t> Initial increase but decrease after 1-2 years.</a:t>
            </a:r>
          </a:p>
          <a:p>
            <a:pPr marL="0" indent="0">
              <a:buNone/>
            </a:pPr>
            <a:r>
              <a:rPr lang="en-US" b="1" dirty="0"/>
              <a:t>Consumption:</a:t>
            </a:r>
            <a:r>
              <a:rPr lang="en-US" dirty="0"/>
              <a:t> Fall on impact, and quickly returns</a:t>
            </a:r>
          </a:p>
          <a:p>
            <a:pPr marL="0" indent="0">
              <a:buNone/>
            </a:pPr>
            <a:r>
              <a:rPr lang="en-US" b="1" dirty="0"/>
              <a:t>Bond yield:</a:t>
            </a:r>
            <a:r>
              <a:rPr lang="en-US" dirty="0"/>
              <a:t> Falls monotonically towards baseline</a:t>
            </a:r>
          </a:p>
          <a:p>
            <a:pPr marL="0" indent="0">
              <a:buNone/>
            </a:pPr>
            <a:r>
              <a:rPr lang="en-US" b="1" dirty="0"/>
              <a:t> </a:t>
            </a:r>
          </a:p>
          <a:p>
            <a:endParaRPr lang="en-US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026C238-BE75-05EC-CAB7-EE713AE7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A037634-66C6-1894-B3A9-256D7E53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10</a:t>
            </a:fld>
            <a:endParaRPr lang="en-GB" dirty="0"/>
          </a:p>
        </p:txBody>
      </p:sp>
      <p:pic>
        <p:nvPicPr>
          <p:cNvPr id="7" name="Billede 6" descr="Et billede, der indeholder diagram, Kurve, origami&#10;&#10;Indhold genereret af kunstig intelligens kan være forkert.">
            <a:extLst>
              <a:ext uri="{FF2B5EF4-FFF2-40B4-BE49-F238E27FC236}">
                <a16:creationId xmlns:a16="http://schemas.microsoft.com/office/drawing/2014/main" id="{8A8EEE42-A4F7-4693-BFA6-48E0098E2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418" y="1098749"/>
            <a:ext cx="5773480" cy="567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08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A21FD-3D5E-9737-6111-D9947104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Panel LP-IV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74B73B0-EC50-0CAC-5BFF-3974B777D9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8963" y="1628775"/>
                <a:ext cx="11012488" cy="4673600"/>
              </a:xfrm>
            </p:spPr>
            <p:txBody>
              <a:bodyPr/>
              <a:lstStyle/>
              <a:p>
                <a:r>
                  <a:rPr lang="en-US" b="1" dirty="0"/>
                  <a:t>Problem:</a:t>
                </a:r>
                <a:r>
                  <a:rPr lang="en-US" dirty="0"/>
                  <a:t> Purely graphical analysis, does not allow for formal testing</a:t>
                </a:r>
                <a:endParaRPr lang="en-US" b="1" dirty="0"/>
              </a:p>
              <a:p>
                <a:r>
                  <a:rPr lang="en-US" b="1" dirty="0"/>
                  <a:t>Solution:</a:t>
                </a:r>
                <a:r>
                  <a:rPr lang="en-US" dirty="0"/>
                  <a:t> Use Panel-LP IV instead. Estimate, using Driscoll Kraay SE: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country-fixed effects,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same instrument,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is dummy for countries (not Germany). All other variables are the same.</a:t>
                </a:r>
              </a:p>
              <a:p>
                <a:r>
                  <a:rPr lang="en-US" dirty="0"/>
                  <a:t>Effects:</a:t>
                </a:r>
              </a:p>
              <a:p>
                <a:pPr lvl="1"/>
                <a:r>
                  <a:rPr lang="en-US" dirty="0"/>
                  <a:t>For Germany: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For all others: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da-DK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da-DK" dirty="0"/>
              </a:p>
              <a:p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thus</a:t>
                </a:r>
                <a:r>
                  <a:rPr lang="da-DK" dirty="0"/>
                  <a:t> 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b="0" i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=0∀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360363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74B73B0-EC50-0CAC-5BFF-3974B777D9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8963" y="1628775"/>
                <a:ext cx="11012488" cy="4673600"/>
              </a:xfrm>
              <a:blipFill>
                <a:blip r:embed="rId2"/>
                <a:stretch>
                  <a:fillRect l="-1613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DA1CA7D-C252-4A0A-0A8F-0DA4BCFE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DDAFCB7-A846-BC0C-907A-C418A49C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11</a:t>
            </a:fld>
            <a:endParaRPr lang="en-GB" dirty="0"/>
          </a:p>
        </p:txBody>
      </p:sp>
      <p:pic>
        <p:nvPicPr>
          <p:cNvPr id="7" name="Billede 6" descr="Et billede, der indeholder Font/skrifttype, tekst, hvid, håndskrift&#10;&#10;Indhold genereret af kunstig intelligens kan være forkert.">
            <a:extLst>
              <a:ext uri="{FF2B5EF4-FFF2-40B4-BE49-F238E27FC236}">
                <a16:creationId xmlns:a16="http://schemas.microsoft.com/office/drawing/2014/main" id="{FD0E42A0-C5A8-EA07-4CE7-64BC62B5C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007" y="2470297"/>
            <a:ext cx="8256104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55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50B35-54BE-CEFD-4110-E5733F47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C2BEB-CDE2-5FFD-E1F3-32B45FF6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en-US" dirty="0"/>
              <a:t>Impulse Responses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54228D-13F3-F5CC-D361-526854B08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28775"/>
            <a:ext cx="5356800" cy="4672800"/>
          </a:xfrm>
        </p:spPr>
        <p:txBody>
          <a:bodyPr/>
          <a:lstStyle/>
          <a:p>
            <a:r>
              <a:rPr lang="en-US" b="1" dirty="0"/>
              <a:t>GDP:</a:t>
            </a:r>
            <a:r>
              <a:rPr lang="en-US" dirty="0"/>
              <a:t> More uniform responses. Greece deviate at longer horizons.</a:t>
            </a:r>
          </a:p>
          <a:p>
            <a:r>
              <a:rPr lang="en-US" b="1" dirty="0"/>
              <a:t>HICP:</a:t>
            </a:r>
            <a:r>
              <a:rPr lang="en-US" dirty="0"/>
              <a:t> Larger divergence, also at earlier horizons.</a:t>
            </a:r>
            <a:endParaRPr lang="en-US" b="1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EAF28A3D-EC6D-2589-E6E4-3BE809078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550" y="735937"/>
            <a:ext cx="5036900" cy="5565638"/>
          </a:xfrm>
          <a:prstGeom prst="rect">
            <a:avLst/>
          </a:prstGeom>
          <a:noFill/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5C0E4E8-DF8F-0DBB-284A-E9D1764674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544BA8A8-9DAA-499A-8FC3-E3166163C612}" type="datetime1">
              <a:rPr lang="en-GB" smtClean="0"/>
              <a:pPr>
                <a:spcAft>
                  <a:spcPts val="600"/>
                </a:spcAft>
              </a:pPr>
              <a:t>07/05/2025</a:t>
            </a:fld>
            <a:endParaRPr lang="en-GB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27D0120-AA9B-F621-7D79-B30186FC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en-GB" smtClean="0"/>
              <a:pPr>
                <a:spcAft>
                  <a:spcPts val="600"/>
                </a:spcAft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625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67D243-C489-65FC-4DE4-53C8545ED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Heterogenous effects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AFBE96A-4CE3-97FE-DDD5-C4800371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944431B-5B66-14F4-EDFF-CC4877777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13</a:t>
            </a:fld>
            <a:endParaRPr lang="en-GB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16D1A510-45C5-D2C1-0346-9C36D8AC5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62" y="1628775"/>
            <a:ext cx="11012487" cy="1800225"/>
          </a:xfrm>
        </p:spPr>
        <p:txBody>
          <a:bodyPr/>
          <a:lstStyle/>
          <a:p>
            <a:r>
              <a:rPr lang="en-US" dirty="0"/>
              <a:t>Heterogenous effects in GDP only for the Netherlands, Denmark and Greece.</a:t>
            </a:r>
          </a:p>
          <a:p>
            <a:r>
              <a:rPr lang="en-US" dirty="0"/>
              <a:t>Heterogenous effects for all (but France) in HICP</a:t>
            </a:r>
          </a:p>
        </p:txBody>
      </p:sp>
      <p:pic>
        <p:nvPicPr>
          <p:cNvPr id="10" name="Pladsholder til indhold 6">
            <a:extLst>
              <a:ext uri="{FF2B5EF4-FFF2-40B4-BE49-F238E27FC236}">
                <a16:creationId xmlns:a16="http://schemas.microsoft.com/office/drawing/2014/main" id="{47BCBC74-C083-68C1-F22B-8F57AD520B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944"/>
          <a:stretch/>
        </p:blipFill>
        <p:spPr>
          <a:xfrm>
            <a:off x="691355" y="3429000"/>
            <a:ext cx="10807700" cy="294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87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1CE390-C38F-64C0-8A6E-FE6E4BFC9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of heterogenous effects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E0B5E25-FEBD-F7F3-C464-94B1FFD19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Baseline: </a:t>
            </a:r>
          </a:p>
          <a:p>
            <a:pPr lvl="1"/>
            <a:r>
              <a:rPr lang="en-US" dirty="0"/>
              <a:t>GDP decrease by 1.45 percentage point after 2 years</a:t>
            </a:r>
          </a:p>
          <a:p>
            <a:pPr lvl="1"/>
            <a:r>
              <a:rPr lang="en-US" dirty="0"/>
              <a:t>HICP decrease by 0.91 percentage points after 3 years</a:t>
            </a:r>
          </a:p>
          <a:p>
            <a:r>
              <a:rPr lang="en-US" b="1" dirty="0"/>
              <a:t>Core countries: </a:t>
            </a:r>
            <a:r>
              <a:rPr lang="en-US" dirty="0"/>
              <a:t>All (but Denmark) have </a:t>
            </a:r>
          </a:p>
          <a:p>
            <a:pPr lvl="1"/>
            <a:r>
              <a:rPr lang="en-US" dirty="0"/>
              <a:t>Smaller drops in GDP: </a:t>
            </a:r>
          </a:p>
          <a:p>
            <a:pPr lvl="1"/>
            <a:r>
              <a:rPr lang="en-US" dirty="0"/>
              <a:t>Larger drops in HICP</a:t>
            </a:r>
          </a:p>
          <a:p>
            <a:r>
              <a:rPr lang="en-US" b="1" dirty="0"/>
              <a:t>Peripheral countries: </a:t>
            </a:r>
            <a:r>
              <a:rPr lang="en-US" dirty="0"/>
              <a:t>All countries have:</a:t>
            </a:r>
          </a:p>
          <a:p>
            <a:pPr lvl="1"/>
            <a:r>
              <a:rPr lang="en-US" dirty="0"/>
              <a:t>Larger drops in GDP</a:t>
            </a:r>
          </a:p>
          <a:p>
            <a:pPr lvl="1"/>
            <a:r>
              <a:rPr lang="en-US" dirty="0"/>
              <a:t>Smaller drops in HICP (But Portugal).</a:t>
            </a:r>
          </a:p>
          <a:p>
            <a:pPr lvl="1"/>
            <a:endParaRPr lang="en-US" b="1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AC1A0D1-8454-C592-3638-E62DFA87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892F52C-C1CE-8B14-4A35-527DC662A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3085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441C99-FFAE-31CD-C012-B7A5EC43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of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F21A96D-6FAB-5ACF-2111-E0DEBF2D6E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Alternative h-steps ahead: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GDP: </a:t>
                </a:r>
                <a:r>
                  <a:rPr lang="en-US" dirty="0"/>
                  <a:t>Only differs for countries for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b="1" dirty="0"/>
                  <a:t>. </a:t>
                </a:r>
              </a:p>
              <a:p>
                <a:pPr lvl="1"/>
                <a:r>
                  <a:rPr lang="en-US" b="1" dirty="0"/>
                  <a:t>HICP:</a:t>
                </a:r>
                <a:r>
                  <a:rPr lang="en-US" dirty="0"/>
                  <a:t> Results are independent of chosen horizon</a:t>
                </a:r>
              </a:p>
              <a:p>
                <a:r>
                  <a:rPr lang="en-US" b="1" dirty="0"/>
                  <a:t>Alternative lag-length of controls:</a:t>
                </a:r>
              </a:p>
              <a:p>
                <a:pPr lvl="1"/>
                <a:r>
                  <a:rPr lang="en-US" b="1" dirty="0"/>
                  <a:t>GDP and HICP: </a:t>
                </a:r>
                <a:r>
                  <a:rPr lang="en-US" dirty="0"/>
                  <a:t>Results are unchanged for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∈(1,…,8)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Alternative sampling period:</a:t>
                </a:r>
              </a:p>
              <a:p>
                <a:pPr lvl="1"/>
                <a:r>
                  <a:rPr lang="en-US" b="1" dirty="0"/>
                  <a:t>Pre QE (2002 Q1 – 2014 Q4): </a:t>
                </a:r>
                <a:r>
                  <a:rPr lang="en-US"/>
                  <a:t>Significantly different </a:t>
                </a:r>
                <a:r>
                  <a:rPr lang="en-US" dirty="0"/>
                  <a:t>GDP and HICP for Austria and HICP for the Netherlands and Greece.</a:t>
                </a:r>
              </a:p>
              <a:p>
                <a:pPr lvl="1"/>
                <a:r>
                  <a:rPr lang="en-US" b="1" dirty="0"/>
                  <a:t>Post QE (2015 Q1 – 2022 Q4): </a:t>
                </a:r>
                <a:r>
                  <a:rPr lang="en-US" dirty="0"/>
                  <a:t>No core countries differ in GDP. France and the Netherlands differ for HICP. All peripheral countries differ in GDP, only Greece and Spain do not differ in HICP.</a:t>
                </a: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F21A96D-6FAB-5ACF-2111-E0DEBF2D6E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13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B5B9C81-96E7-9046-7FB8-CB2E2BAA6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1280564-9F24-FE30-A9A7-D7DE7E31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1922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D4F714-E387-8143-7611-5D1379E9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conclusions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1FC8591-450F-A496-3356-CF48420D2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Real GDP:</a:t>
            </a:r>
            <a:r>
              <a:rPr lang="en-US" dirty="0"/>
              <a:t> Only a few countries respond significantly different from Germany. </a:t>
            </a:r>
          </a:p>
          <a:p>
            <a:pPr lvl="1"/>
            <a:r>
              <a:rPr lang="en-US" dirty="0"/>
              <a:t>Denmark and Greece: Both experience larger drops in real GDP after two-years (-1.45 &amp; -0.84 percentage point). Materializes late and remains modest in size.</a:t>
            </a:r>
          </a:p>
          <a:p>
            <a:r>
              <a:rPr lang="en-US" b="1" dirty="0"/>
              <a:t>HICP: </a:t>
            </a:r>
            <a:r>
              <a:rPr lang="en-US" dirty="0"/>
              <a:t>Much larger divergences from Germanys responds</a:t>
            </a:r>
          </a:p>
          <a:p>
            <a:pPr lvl="1"/>
            <a:r>
              <a:rPr lang="en-US" dirty="0"/>
              <a:t>All countries (but France), differ from Germany.</a:t>
            </a:r>
          </a:p>
          <a:p>
            <a:pPr lvl="1"/>
            <a:r>
              <a:rPr lang="en-US" dirty="0"/>
              <a:t>Core countries experience smaller price decline. Peripheral countries experience a larger price increase.</a:t>
            </a:r>
          </a:p>
          <a:p>
            <a:r>
              <a:rPr lang="en-US" b="1" dirty="0"/>
              <a:t>Robustness:</a:t>
            </a:r>
            <a:r>
              <a:rPr lang="en-US" dirty="0"/>
              <a:t> Real GDP conclusion changes to some degree when changing lags of controls and h-steps ahead. HICP conclusions are robust</a:t>
            </a:r>
          </a:p>
          <a:p>
            <a:r>
              <a:rPr lang="en-US" b="1" dirty="0"/>
              <a:t>Sampling period:</a:t>
            </a:r>
            <a:r>
              <a:rPr lang="en-US" dirty="0"/>
              <a:t> Heterogeneity peaks in post-QE periods. Indicating greater structural differences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b="1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404A578-2E91-C20C-E2B8-37DBF045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07/05/2025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34EE888-35FC-A0C2-05D6-5C8822BB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572542"/>
      </p:ext>
    </p:extLst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øbenhavns Universitet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>
          <a:solidFill>
            <a:schemeClr val="accent1"/>
          </a:solidFill>
        </a:ln>
      </a:spPr>
      <a:bodyPr wrap="square" rtlCol="0" anchor="ctr">
        <a:noAutofit/>
      </a:bodyPr>
      <a:lstStyle>
        <a:defPPr algn="l">
          <a:defRPr sz="2400" dirty="0" err="1" smtClean="0">
            <a:solidFill>
              <a:schemeClr val="bg1"/>
            </a:solidFill>
          </a:defRPr>
        </a:defPPr>
      </a:lstStyle>
    </a:spDef>
    <a:txDef>
      <a:spPr/>
      <a:bodyPr vert="horz" wrap="square" lIns="0" tIns="0" rIns="0" bIns="0" rtlCol="0" anchor="t" anchorCtr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sz="2400" b="0"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x9_ENG_small.potx" id="{A70F9A1F-93A5-4805-8858-DB7BCC9A1D51}" vid="{B5E1177A-036F-4C81-80B1-865B2B2F55E4}"/>
    </a:ext>
  </a:extLst>
</a:theme>
</file>

<file path=ppt/theme/theme2.xml><?xml version="1.0" encoding="utf-8"?>
<a:theme xmlns:a="http://schemas.openxmlformats.org/drawingml/2006/main" name="Office Theme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Brugerdefineret design</Template>
  <TotalTime>671</TotalTime>
  <Words>993</Words>
  <Application>Microsoft Macintosh PowerPoint</Application>
  <PresentationFormat>Widescreen</PresentationFormat>
  <Paragraphs>158</Paragraphs>
  <Slides>16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16</vt:i4>
      </vt:variant>
    </vt:vector>
  </HeadingPairs>
  <TitlesOfParts>
    <vt:vector size="22" baseType="lpstr">
      <vt:lpstr>.SF NS</vt:lpstr>
      <vt:lpstr>Arial</vt:lpstr>
      <vt:lpstr>Cambria Math</vt:lpstr>
      <vt:lpstr>Microsoft New Tai Lue</vt:lpstr>
      <vt:lpstr>Wingdings</vt:lpstr>
      <vt:lpstr>Brugerdefineret design</vt:lpstr>
      <vt:lpstr>PowerPoint-præsentation</vt:lpstr>
      <vt:lpstr>Introduction</vt:lpstr>
      <vt:lpstr>Outline</vt:lpstr>
      <vt:lpstr>Identifying exogenous Monetary Policy shocks</vt:lpstr>
      <vt:lpstr>MP shock Identification I</vt:lpstr>
      <vt:lpstr>MP Shock Identification – II</vt:lpstr>
      <vt:lpstr>MP Shock Identification – Exogenous shocks</vt:lpstr>
      <vt:lpstr>Data used</vt:lpstr>
      <vt:lpstr>Local Projection Instrumental Variables</vt:lpstr>
      <vt:lpstr>Local Projections – IRF for Germany</vt:lpstr>
      <vt:lpstr>Panel LP-IV</vt:lpstr>
      <vt:lpstr>Impulse Responses</vt:lpstr>
      <vt:lpstr>Heterogenous effects</vt:lpstr>
      <vt:lpstr>Level of heterogenous effects</vt:lpstr>
      <vt:lpstr>Robustness of results</vt:lpstr>
      <vt:lpstr>Overall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Ernst Alfthan Madsen</dc:creator>
  <cp:lastModifiedBy>Oscar Ernst Alfthan Madsen</cp:lastModifiedBy>
  <cp:revision>1</cp:revision>
  <dcterms:created xsi:type="dcterms:W3CDTF">2025-05-04T08:41:08Z</dcterms:created>
  <dcterms:modified xsi:type="dcterms:W3CDTF">2025-05-07T07:16:11Z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</Properties>
</file>